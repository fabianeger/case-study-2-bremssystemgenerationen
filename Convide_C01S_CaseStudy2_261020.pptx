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2" r:id="rId2"/>
    <p:sldMasterId id="2147483790" r:id="rId3"/>
  </p:sldMasterIdLst>
  <p:notesMasterIdLst>
    <p:notesMasterId r:id="rId16"/>
  </p:notesMasterIdLst>
  <p:sldIdLst>
    <p:sldId id="2147470414" r:id="rId4"/>
    <p:sldId id="2147470415" r:id="rId5"/>
    <p:sldId id="2147470422" r:id="rId6"/>
    <p:sldId id="2147470416" r:id="rId7"/>
    <p:sldId id="2147470417" r:id="rId8"/>
    <p:sldId id="2147470418" r:id="rId9"/>
    <p:sldId id="2147470419" r:id="rId10"/>
    <p:sldId id="2147470420" r:id="rId11"/>
    <p:sldId id="2147470392" r:id="rId12"/>
    <p:sldId id="2147470366" r:id="rId13"/>
    <p:sldId id="2147470367" r:id="rId14"/>
    <p:sldId id="2147470368"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se Study 2" id="{27EC3B5C-BE20-49D6-B386-5224F9BA036E}">
          <p14:sldIdLst>
            <p14:sldId id="2147470414"/>
            <p14:sldId id="2147470415"/>
            <p14:sldId id="2147470422"/>
            <p14:sldId id="2147470416"/>
            <p14:sldId id="2147470417"/>
          </p14:sldIdLst>
        </p14:section>
        <p14:section name="CS 2.2 (erstmal nicht betrachten)" id="{E3D9BC85-93F0-4934-B1AE-11BAB63EF64A}">
          <p14:sldIdLst>
            <p14:sldId id="2147470418"/>
            <p14:sldId id="2147470419"/>
            <p14:sldId id="2147470420"/>
          </p14:sldIdLst>
        </p14:section>
        <p14:section name="Backup" id="{92FB8073-70E8-45AC-84C9-C9BF8DF8415C}">
          <p14:sldIdLst>
            <p14:sldId id="2147470392"/>
            <p14:sldId id="2147470366"/>
            <p14:sldId id="2147470367"/>
            <p14:sldId id="214747036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use, Katharina (IPEK)" initials="BK(" lastIdx="6" clrIdx="0">
    <p:extLst>
      <p:ext uri="{19B8F6BF-5375-455C-9EA6-DF929625EA0E}">
        <p15:presenceInfo xmlns:p15="http://schemas.microsoft.com/office/powerpoint/2012/main" userId="S-1-5-21-1346212234-1446191110-1984598598-2253" providerId="AD"/>
      </p:ext>
    </p:extLst>
  </p:cmAuthor>
  <p:cmAuthor id="2" name="Grycz, Patrick (IPEK)" initials="PG" lastIdx="3" clrIdx="1">
    <p:extLst>
      <p:ext uri="{19B8F6BF-5375-455C-9EA6-DF929625EA0E}">
        <p15:presenceInfo xmlns:p15="http://schemas.microsoft.com/office/powerpoint/2012/main" userId="S::jg5113@kit.edu::f8749d56-7862-4065-8b5e-c2f991fa7f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98" autoAdjust="0"/>
    <p:restoredTop sz="94660"/>
  </p:normalViewPr>
  <p:slideViewPr>
    <p:cSldViewPr snapToGrid="0">
      <p:cViewPr>
        <p:scale>
          <a:sx n="125" d="100"/>
          <a:sy n="125" d="100"/>
        </p:scale>
        <p:origin x="1386" y="8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2-04T23:03:42.522" idx="4">
    <p:pos x="2490" y="3537"/>
    <p:text>Ist das wirklich ein Koppelsystem?</p:text>
    <p:extLst>
      <p:ext uri="{C676402C-5697-4E1C-873F-D02D1690AC5C}">
        <p15:threadingInfo xmlns:p15="http://schemas.microsoft.com/office/powerpoint/2012/main" timeZoneBias="-60"/>
      </p:ext>
    </p:extLst>
  </p:cm>
  <p:cm authorId="2" dt="2026-02-05T10:27:58.063" idx="2">
    <p:pos x="2490" y="3673"/>
    <p:text>Können wir gerne diksutieren, ich finde es sehr ähnlich wie die E-Maschine (die ja ein Koppelsystem ist oder?)</p:text>
    <p:extLst>
      <p:ext uri="{C676402C-5697-4E1C-873F-D02D1690AC5C}">
        <p15:threadingInfo xmlns:p15="http://schemas.microsoft.com/office/powerpoint/2012/main" timeZoneBias="-60">
          <p15:parentCm authorId="1" idx="4"/>
        </p15:threadingInfo>
      </p:ext>
    </p:extLst>
  </p:cm>
  <p:cm authorId="1" dt="2026-02-04T23:04:19.614" idx="5">
    <p:pos x="3586" y="2188"/>
    <p:text>Du schließt alle Infoflüsse --&gt; Wir fahren hier ja aber ohne ABS, somit haben wir ein Open Loop... Eigentlich spannend... Die Linezwischen Caliper und Brake Disk besteht erst gar nicht, dann irgendwie haft gleitend und dann dauerhaft... aber die Steuerungen wissen nichts voneinander....</p:text>
    <p:extLst>
      <p:ext uri="{C676402C-5697-4E1C-873F-D02D1690AC5C}">
        <p15:threadingInfo xmlns:p15="http://schemas.microsoft.com/office/powerpoint/2012/main" timeZoneBias="-60"/>
      </p:ext>
    </p:extLst>
  </p:cm>
  <p:cm authorId="1" dt="2026-02-04T23:06:55.216" idx="6">
    <p:pos x="3586" y="2324"/>
    <p:text>Muss ich mal ne Runde drüber nachdenken</p:text>
    <p:extLst>
      <p:ext uri="{C676402C-5697-4E1C-873F-D02D1690AC5C}">
        <p15:threadingInfo xmlns:p15="http://schemas.microsoft.com/office/powerpoint/2012/main" timeZoneBias="-60">
          <p15:parentCm authorId="1" idx="5"/>
        </p15:threadingInfo>
      </p:ext>
    </p:extLst>
  </p:cm>
</p: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45"/>
    </inkml:context>
    <inkml:brush xml:id="br0">
      <inkml:brushProperty name="width" value="0.025" units="cm"/>
      <inkml:brushProperty name="height" value="0.025" units="cm"/>
      <inkml:brushProperty name="color" value="#E71224"/>
    </inkml:brush>
  </inkml:definitions>
  <inkml:trace contextRef="#ctx0" brushRef="#br0">1300 40 24575,'-171'-13'0,"-3"0"0,56 12 0,-3-1 0,0 6 0,-165 25 0,252-24 0,0 3 0,0 0 0,1 2 0,0 2 0,0 1 0,-47 27 0,77-38 0,1 1 0,-1 0 0,1 0 0,0 0 0,0 0 0,0 1 0,0-1 0,1 0 0,-1 1 0,1 0 0,0-1 0,0 1 0,0 0 0,0-1 0,1 1 0,-1 0 0,1 6 0,0 0 0,0 0 0,0 0 0,1 0 0,0 0 0,5 16 0,-1-12 0,1 0 0,1 0 0,0 0 0,1-1 0,0 0 0,1-1 0,0 0 0,1 0 0,16 14 0,3-1 0,0-2 0,55 34 0,-61-44 0,1-1 0,0-1 0,0-2 0,33 10 0,104 17 0,-140-32 0,-11-1 0,1 1 0,-1 0 0,0 1 0,0 0 0,-1 0 0,1 1 0,-1 0 0,-1 1 0,15 13 0,-13-11 0,-1-1 0,1 0 0,0-1 0,1 0 0,0-1 0,0 0 0,17 7 0,174 39 0,-63-28 0,-85-19 0,1-3 0,62-4 0,-13-1 0,605-7 0,-287-6 0,-243-2 0,182-23 0,-206 25 0,1 7 0,190 13 0,-10 35 0,-191-18 0,-85-16 0,108-6 0,4 0 0,-20 6 0,-54-2 0,107 15 0,-56-5 0,-18-2 0,3 4 0,142-2 0,172-22 0,-138 1 0,-280 8 0,268-13 0,-42-2 0,-24 2 0,472-17 0,139 30 0,-838 0 0,1 0 0,-1-1 0,0 1 0,0-1 0,0 0 0,-1-1 0,1 1 0,0-1 0,0 0 0,-1 0 0,1 0 0,-1-1 0,1 1 0,-1-1 0,0 0 0,7-7 0,-1-2 0,-1 0 0,1-1 0,-2 0 0,9-16 0,-15 25 0,7-10 0,-2-1 0,0 1 0,0-1 0,-2-1 0,0 1 0,0-1 0,-1 0 0,-1 0 0,-1 0 0,0-31 0,-9-28 0,7-11 0,-2 73 0,-1 0 0,0 0 0,-1 0 0,0 0 0,-1 1 0,0-1 0,-1 1 0,-1 1 0,0-1 0,-10-13 0,11 19 0,0 0 0,0 0 0,-1 1 0,1-1 0,-1 1 0,0 1 0,-1-1 0,1 1 0,-1 1 0,0-1 0,0 1 0,0 1 0,0-1 0,0 1 0,-1 1 0,1-1 0,-11 1 0,-76-2 0,-71-6 0,-61-20 0,-46-16 0,231 41 0,0 1 0,-56 6 0,15-1 0,-80 9 0,35-9 0,-49 4 0,-287 28 0,-1081-34 0,1394 9 0,-9 0 0,-2147-12 0,1163 6 0,963-12 0,36 9-1365,128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46"/>
    </inkml:context>
    <inkml:brush xml:id="br0">
      <inkml:brushProperty name="width" value="0.025" units="cm"/>
      <inkml:brushProperty name="height" value="0.025" units="cm"/>
      <inkml:brushProperty name="color" value="#E71224"/>
    </inkml:brush>
  </inkml:definitions>
  <inkml:trace contextRef="#ctx0" brushRef="#br0">1344 125 24575,'-7'-1'0,"0"-1"0,1 0 0,-1 0 0,0 0 0,1 0 0,-1-1 0,-10-6 0,-16-7 0,-164-45 0,164 53 0,0 2 0,-1 1 0,0 1 0,-36 2 0,-14 3 0,-135 7 0,9 14 0,191-19 0,-115 17 0,118-16 0,0 0 0,1 1 0,-1 0 0,1 1 0,-29 16 0,39-18 0,1 0 0,-1 0 0,1 0 0,0 0 0,0 1 0,0-1 0,1 1 0,0 0 0,0 0 0,0 0 0,0 1 0,1-1 0,0 1 0,0-1 0,0 1 0,1 0 0,0-1 0,0 1 0,1 0 0,-1 6 0,1-4 0,0-1 0,0 0 0,1 1 0,0-1 0,1 0 0,-1 0 0,1 0 0,0 0 0,1 0 0,0 0 0,0-1 0,1 1 0,-1-1 0,1 0 0,9 10 0,11 9 0,59 67 0,-70-77 0,-1 0 0,2-2 0,0 0 0,1 0 0,0-1 0,1-1 0,0 0 0,1-2 0,30 14 0,-18-13 0,0-1 0,0-1 0,0-1 0,1-2 0,47 2 0,154-9 0,-194 1 0,258-8 0,-234 5 0,0-3 0,73-17 0,-124 22 0,0-1 0,0 0 0,-1 0 0,1-1 0,-1 0 0,0-1 0,14-10 0,-19 12 0,-1 1 0,1-1 0,-1 0 0,0 0 0,0-1 0,0 1 0,-1-1 0,1 1 0,-1-1 0,0 0 0,0 0 0,0 0 0,-1 0 0,1 0 0,-1-1 0,0 1 0,0 0 0,0-1 0,-1-6 0,0-14 0,-1 1 0,-2 0 0,0-1 0,-2 1 0,0 1 0,-2-1 0,-1 1 0,0 0 0,-2 1 0,-1 0 0,0 0 0,-17-22 0,-14-19-1365,38 57-5461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47"/>
    </inkml:context>
    <inkml:brush xml:id="br0">
      <inkml:brushProperty name="width" value="0.025" units="cm"/>
      <inkml:brushProperty name="height" value="0.025" units="cm"/>
      <inkml:brushProperty name="color" value="#E71224"/>
    </inkml:brush>
  </inkml:definitions>
  <inkml:trace contextRef="#ctx0" brushRef="#br0">1 0 24575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6"/>
    </inkml:context>
    <inkml:brush xml:id="br0">
      <inkml:brushProperty name="width" value="0.025" units="cm"/>
      <inkml:brushProperty name="height" value="0.025" units="cm"/>
      <inkml:brushProperty name="color" value="#E71224"/>
    </inkml:brush>
  </inkml:definitions>
  <inkml:trace contextRef="#ctx0" brushRef="#br0">2454 55 24575,'-2'-2'0,"0"1"0,0 0 0,1 0 0,-1 0 0,0 0 0,0 0 0,0 0 0,0 0 0,0 1 0,0-1 0,-1 1 0,1-1 0,0 1 0,0 0 0,0 0 0,-3 0 0,1-1 0,-191-17 0,-315 11 0,286 9 0,94 1 0,42-1 0,-136-12 0,162 3 0,-71 2 0,-61 3 0,-176 4 0,357 0 0,-1 1 0,1 1 0,0 0 0,0 1 0,1 0 0,-1 1 0,1 0 0,-18 13 0,-20 9 0,46-25 0,1-1 0,-1 1 0,1-1 0,0 1 0,0 0 0,0 0 0,0 1 0,0-1 0,1 1 0,-1-1 0,-1 5 0,-24 50 0,16-31 0,9-19 0,-1 0 0,1 0 0,0 0 0,1 0 0,0 0 0,0 1 0,1-1 0,0 1 0,1-1 0,0 1 0,0-1 0,0 1 0,3 10 0,0-6 0,1 0 0,0-1 0,1 0 0,1 0 0,-1 0 0,2 0 0,14 19 0,47 78 0,-48-75 0,-13-21 0,0 0 0,2-1 0,10 14 0,-15-22 0,1 0 0,-1 1 0,1-2 0,0 1 0,0 0 0,0-1 0,1 0 0,-1 0 0,1-1 0,0 0 0,6 2 0,8 1 0,0-1 0,0-1 0,0-1 0,0-1 0,0 0 0,25-4 0,124-23 0,-68 9 0,64-11 0,131-14 0,-214 38 0,88 8 0,-47 1 0,-1-5 0,223-28 0,-182 14 0,-102 11 0,113-21 0,-169 23 0,-1-1 0,0 0 0,0 0 0,0-1 0,0 1 0,-1-1 0,1 0 0,0 1 0,-1-2 0,0 1 0,0 0 0,0-1 0,0 1 0,-1-1 0,1 0 0,-1 0 0,0 0 0,0 0 0,2-8 0,1-1 0,-1 0 0,0 0 0,-1-1 0,-1 1 0,2-22 0,-5 1 0,0 26 0,1 0 0,0 0 0,1 0 0,2-14 0,-2 20 0,0-1 0,0 0 0,0 0 0,0 1 0,1-1 0,-1 0 0,1 1 0,0 0 0,-1-1 0,1 1 0,1 0 0,-1 0 0,0 0 0,0 0 0,1 0 0,3-2 0,1 1 0,1-1 0,-1 2 0,1-1 0,0 1 0,0 0 0,0 0 0,0 1 0,0 0 0,10 1 0,79 4 0,-73-2 0,14 2 0,-23-2 0,1 0 0,0-1 0,-1-1 0,20-2 0,-33 1 0,0 0 0,-1-1 0,1 1 0,0 0 0,-1-1 0,0 1 0,1-1 0,-1 1 0,0-1 0,0 0 0,0 0 0,0 1 0,0-1 0,0 0 0,-1 0 0,1 0 0,0 0 0,-1 0 0,0 0 0,1 0 0,-1 0 0,0-4 0,2-49 0,-1 52 0,-2-1 0,1 1 0,0-1 0,-1 1 0,1-1 0,-1 1 0,0 0 0,0-1 0,-1 1 0,1 0 0,-1 0 0,1 0 0,-1 0 0,0 0 0,0 0 0,0 0 0,-1 1 0,1-1 0,-1 1 0,1 0 0,-6-4 0,1 2 0,0 1 0,-1 0 0,1 1 0,0 0 0,-1 0 0,0 1 0,1-1 0,-13 1 0,-339-5 0,347 8-1365,3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7"/>
    </inkml:context>
    <inkml:brush xml:id="br0">
      <inkml:brushProperty name="width" value="0.025" units="cm"/>
      <inkml:brushProperty name="height" value="0.025" units="cm"/>
      <inkml:brushProperty name="color" value="#E71224"/>
    </inkml:brush>
  </inkml:definitions>
  <inkml:trace contextRef="#ctx0" brushRef="#br0">1 0 24575,'12'111'0,"24"-165"0,-35 52 0,-1 1 0,1 0 0,0 0 0,0 0 0,0 0 0,-1 0 0,1 0 0,0 0 0,1 0 0,-1 0 0,0 0 0,0 0 0,0 1 0,0-1 0,1 0 0,-1 1 0,0-1 0,1 1 0,-1-1 0,0 1 0,1 0 0,-1 0 0,1-1 0,1 1 0,0 1 0,-1-1 0,0 1 0,0 0 0,0 0 0,0 0 0,0 0 0,0 0 0,0 0 0,0 1 0,0-1 0,0 1 0,-1-1 0,4 4 0,0 2 0,0 0 0,0 0 0,0 0 0,-1 1 0,0 0 0,0 0 0,3 11 0,1 19-1365,-6-31-5461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8"/>
    </inkml:context>
    <inkml:brush xml:id="br0">
      <inkml:brushProperty name="width" value="0.025" units="cm"/>
      <inkml:brushProperty name="height" value="0.025" units="cm"/>
      <inkml:brushProperty name="color" value="#E71224"/>
    </inkml:brush>
  </inkml:definitions>
  <inkml:trace contextRef="#ctx0" brushRef="#br0">0 89 24575,'4'-3'0,"0"0"0,1 0 0,-1 0 0,1 1 0,0 0 0,-1 0 0,1 0 0,0 0 0,8 0 0,-10 1 0,0 1 0,0-1 0,1 0 0,-1 1 0,0-1 0,0-1 0,0 1 0,0 0 0,0-1 0,0 0 0,0 1 0,0-1 0,-1 0 0,1 0 0,-1-1 0,0 1 0,1 0 0,-1-1 0,0 0 0,0 1 0,0-1 0,-1 0 0,1 0 0,1-5 0,-3 8 0,0-1 0,1 1 0,-1 0 0,0-1 0,0 1 0,0-1 0,0 1 0,0 0 0,0-1 0,0 1 0,0-1 0,0 1 0,0 0 0,0-1 0,0 1 0,0-1 0,0 1 0,-1 0 0,1-1 0,0 1 0,0-1 0,0 1 0,0 0 0,-1-1 0,1 1 0,0 0 0,0 0 0,-1-1 0,1 1 0,0 0 0,-1-1 0,1 1 0,0 0 0,-1 0 0,1 0 0,0-1 0,-1 1 0,1 0 0,-1 0 0,-21 1 0,18 0 0,0 1 0,0-1 0,0 1 0,0-1 0,0 1 0,0 0 0,1 1 0,-7 4 0,8-2 0,-1 0 0,1 0 0,0 0 0,1 0 0,-1 1 0,1-1 0,0 1 0,0-1 0,1 1 0,-1 0 0,1-1 0,1 11 0,0-12 0,-1 0 0,0 0 0,1 0 0,-1-1 0,1 1 0,0 0 0,0 0 0,1-1 0,-1 1 0,1 0 0,0-1 0,0 0 0,0 1 0,0-1 0,1 0 0,-1 0 0,1 0 0,5 5 0,-5-8 9,0 1-1,-1 0 1,1-1-1,0 0 1,0 0 0,-1 0-1,1 0 1,0 0-1,0 0 1,-1-1-1,1 1 1,0-1-1,4-1 1,35-15-1494,-32 12-5341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9"/>
    </inkml:context>
    <inkml:brush xml:id="br0">
      <inkml:brushProperty name="width" value="0.025" units="cm"/>
      <inkml:brushProperty name="height" value="0.025" units="cm"/>
      <inkml:brushProperty name="color" value="#E71224"/>
    </inkml:brush>
  </inkml:definitions>
  <inkml:trace contextRef="#ctx0" brushRef="#br0">0 1 24575,'1'8'0,"1"1"0,0-1 0,0 1 0,0-1 0,1 0 0,5 9 0,6 20 0,-12-27 0,-1-7 0,-1 0 0,1 0 0,0 0 0,0 0 0,0 0 0,1 0 0,-1 0 0,0-1 0,4 5 0,-4-6 0,0-1 0,0 1 0,0-1 0,0 0 0,0 1 0,0-1 0,0 0 0,1 0 0,-1 0 0,0 0 0,0 0 0,0 0 0,0 0 0,0 0 0,1 0 0,-1-1 0,0 1 0,0 0 0,0-1 0,0 1 0,0-1 0,0 1 0,0-1 0,0 1 0,0-1 0,0 0 0,0 1 0,0-1 0,-1 0 0,2-1 0,23-15 0,-15 11 0,0-1 0,0-1 0,15-14 0,-23 19 0,1 0 0,-1 0 0,1 0 0,-1 0 0,0-1 0,0 1 0,-1-1 0,1 1 0,-1-1 0,0 0 0,0 0 0,0 0 0,0 0 0,-1 1 0,1-8 0,-1-6 0,0 23 0,2 58 0,15 18-1365,-15-73-5461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2"/>
    </inkml:context>
    <inkml:brush xml:id="br0">
      <inkml:brushProperty name="width" value="0.025" units="cm"/>
      <inkml:brushProperty name="height" value="0.025" units="cm"/>
      <inkml:brushProperty name="color" value="#E71224"/>
    </inkml:brush>
  </inkml:definitions>
  <inkml:trace contextRef="#ctx0" brushRef="#br0">2740 57 24575,'-56'-3'0,"-72"-12"0,18 1 0,-98-5 0,-335 13 0,135 51 0,171-15 0,150-25 0,-97-6 0,61-1 0,-122-5 0,216 7 0,15-1 0,1 0 0,0 1 0,0 1 0,0 0 0,0 1 0,0 0 0,0 1 0,1 1 0,-1 0 0,-17 8 0,24-9 0,-1-1 0,-1 1 0,1-1 0,0 0 0,-8 0 0,9-1 0,0 0 0,0 0 0,0 0 0,0 1 0,0 0 0,0 0 0,1 1 0,-6 3 0,2 3 0,0 1 0,1 0 0,1 1 0,0 0 0,0 0 0,-9 22 0,9-21 0,0 4 0,0 0 0,1 1 0,1 0 0,0 0 0,1 0 0,-2 29 0,3 106 0,4-87 0,0-52 0,0 0 0,1 0 0,1 0 0,0-1 0,1 1 0,0-1 0,1 0 0,1 0 0,9 16 0,3 2 0,2-1 0,29 35 0,-40-54 0,0 0 0,1-1 0,0 0 0,0 0 0,1-1 0,0-1 0,0 1 0,1-2 0,0 0 0,0 0 0,1-1 0,-1-1 0,1 0 0,0 0 0,1-2 0,-1 1 0,0-2 0,26 1 0,-14-1 0,1 1 0,0 1 0,-1 2 0,1 1 0,-1 0 0,-1 2 0,39 18 0,-47-19 0,-1 1 0,0 1 0,0 0 0,-1 1 0,0 1 0,-1 0 0,0 1 0,-1 0 0,0 1 0,-1 0 0,0 1 0,12 21 0,-16-23 0,6 8 0,0-1 0,26 29 0,-32-42 0,-1 0 0,1-1 0,0 0 0,0 0 0,1 0 0,0-1 0,-1 0 0,1 0 0,1-1 0,12 4 0,32 5 0,1-2 0,0-3 0,94 1 0,166-23 0,-22 1 0,-156 15 0,152 21 0,-168-6 0,1-5 0,202-7 0,-318-5 0,0 1 0,0-1 0,0 0 0,0 0 0,0-1 0,0 1 0,-1-1 0,1 0 0,0-1 0,-1 1 0,1-1 0,-1 0 0,0 0 0,0 0 0,0 0 0,-1-1 0,1 0 0,-1 0 0,0 0 0,5-7 0,1-5 0,-1-2 0,0 1 0,-2-1 0,7-24 0,16-39 0,-20 58 0,-1-1 0,-1 1 0,-1-1 0,-1-1 0,-1 1 0,-2-1 0,0 0 0,-2-32 0,0 11 0,-2 1 0,-1-1 0,-3 1 0,-2-1 0,-25-82 0,31 122 0,-10-29 0,0 2 0,-2 0 0,-2 1 0,-1 0 0,-23-32 0,-105-158 0,111 182-1365,30 36-5461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3"/>
    </inkml:context>
    <inkml:brush xml:id="br0">
      <inkml:brushProperty name="width" value="0.025" units="cm"/>
      <inkml:brushProperty name="height" value="0.025" units="cm"/>
      <inkml:brushProperty name="color" value="#E71224"/>
    </inkml:brush>
  </inkml:definitions>
  <inkml:trace contextRef="#ctx0" brushRef="#br0">6 1 24575,'-6'92'0,"16"-96"0,-1 0 0,-1-1 0,1 0 0,11-9 0,-19 13 2,0 0-1,-1 0 1,1 1-1,0-1 0,0 0 1,-1 1-1,1-1 1,0 1-1,0-1 1,0 1-1,0 0 0,0-1 1,0 1-1,0 0 1,0-1-1,0 1 1,0 0-1,0 0 1,0 0-1,0 0 0,0 0 1,0 0-1,0 0 1,-1 0-1,1 1 1,0-1-1,0 0 0,0 1 1,0-1-1,0 0 1,0 1-1,0-1 1,0 1-1,0-1 0,-1 1 1,1 0-1,0-1 1,0 1-1,-1 0 1,1 0-1,-1-1 1,1 1-1,0 0 0,-1 0 1,1 0-1,-1 0 1,0 0-1,1-1 1,-1 1-1,0 0 0,0 0 1,1 0-1,-1 0 1,0 0-1,0 0 1,0 2-1,2 11-162,-1-1 1,-1 0-1,-1 20 0,1-19-643,0-7-6022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4"/>
    </inkml:context>
    <inkml:brush xml:id="br0">
      <inkml:brushProperty name="width" value="0.025" units="cm"/>
      <inkml:brushProperty name="height" value="0.025" units="cm"/>
      <inkml:brushProperty name="color" value="#E71224"/>
    </inkml:brush>
  </inkml:definitions>
  <inkml:trace contextRef="#ctx0" brushRef="#br0">1 62 24575,'29'1'0,"-21"1"0,0-1 0,0-1 0,-1 0 0,1 0 0,0 0 0,0-1 0,-1 0 0,1 0 0,14-5 0,-21 5 0,0 1 0,0-1 0,0 1 0,0-1 0,0 1 0,-1-1 0,1 0 0,0 1 0,0-1 0,-1 0 0,1 0 0,0 1 0,-1-1 0,1 0 0,0 0 0,-1 0 0,1 0 0,-1 0 0,0 0 0,1 0 0,-1 0 0,0 0 0,0 0 0,1 0 0,-1 0 0,0 0 0,0 0 0,0 0 0,0 0 0,0 0 0,-1 0 0,1 0 0,0 0 0,0 0 0,-1 0 0,1 0 0,0 0 0,-1 0 0,1 0 0,-1 0 0,0 0 0,0-1 0,-1 1 0,1-1 0,-1 0 0,0 1 0,0 0 0,1-1 0,-1 1 0,0 0 0,-1 0 0,1 0 0,0 0 0,0 0 0,0 1 0,0-1 0,-1 1 0,1-1 0,0 1 0,-1 0 0,-2 0 0,2 0 0,0 0 0,-1 1 0,1-1 0,0 1 0,0 0 0,0 0 0,0 0 0,0 0 0,0 0 0,0 1 0,0-1 0,0 1 0,1 0 0,-1 0 0,1 0 0,-1 0 0,1 1 0,0-1 0,0 1 0,0-1 0,0 1 0,0-1 0,0 1 0,1 0 0,0 0 0,-1 0 0,1 0 0,0 0 0,0 0 0,1 1 0,-1-1 0,1 0 0,-1 0 0,1 0 0,0 1 0,0-1 0,1 0 0,-1 0 0,1 1 0,-1-1 0,1 0 0,0 0 0,0 0 0,3 5 0,-2-6-42,0 1-1,0-1 0,1 0 1,-1 0-1,0 0 0,1 0 1,0 0-1,-1 0 0,1-1 1,0 1-1,0-1 0,0 0 1,0 0-1,0 0 0,0 0 1,0-1-1,1 1 0,-1-1 1,0 1-1,0-1 0,0 0 1,1-1-1,-1 1 0,0-1 1,0 1-1,0-1 0,0 0 1,0 0-1,0 0 0,0 0 1,6-4-1,-5 2-6783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5"/>
    </inkml:context>
    <inkml:brush xml:id="br0">
      <inkml:brushProperty name="width" value="0.025" units="cm"/>
      <inkml:brushProperty name="height" value="0.025" units="cm"/>
      <inkml:brushProperty name="color" value="#E71224"/>
    </inkml:brush>
  </inkml:definitions>
  <inkml:trace contextRef="#ctx0" brushRef="#br0">1 1 24575,'3'6'0,"0"-1"0,1 1 0,-2 0 0,1 0 0,-1 1 0,0-1 0,0 0 0,1 11 0,5 14 0,-7-30 0,-1 1 0,1-1 0,0 1 0,-1-1 0,1 0 0,0 1 0,0-1 0,0 0 0,-1 1 0,2-1 0,-1 0 0,0 0 0,0 0 0,0 0 0,0 0 0,1 0 0,-1 0 0,0-1 0,1 1 0,-1 0 0,1-1 0,2 2 0,-2-2 0,1 0 0,0 0 0,0 0 0,-1 0 0,1-1 0,0 1 0,-1-1 0,1 1 0,0-1 0,-1 0 0,1 0 0,2-2 0,10-6 0,0 0 0,-1-1 0,20-19 0,-17 15 0,-13 11 0,1-1 0,-1 0 0,0 0 0,0-1 0,0 1 0,-1-1 0,6-9 0,-10 77 0,-13 85-1365,13-141-5461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48"/>
    </inkml:context>
    <inkml:brush xml:id="br0">
      <inkml:brushProperty name="width" value="0.025" units="cm"/>
      <inkml:brushProperty name="height" value="0.025" units="cm"/>
      <inkml:brushProperty name="color" value="#E71224"/>
    </inkml:brush>
  </inkml:definitions>
  <inkml:trace contextRef="#ctx0" brushRef="#br0">6827 117 24575,'-24'-1'0,"0"-2"0,0 0 0,-24-8 0,-21-2 0,-349-19 0,-2 33 0,-90-2 0,199-24 0,-83-2 0,295 26 0,-848 3 0,763 6 0,-51 1 0,-32-8 0,-409 55 0,203-6 0,-392 27 0,631-78 0,-89 7 0,315-5 0,0 0 0,0 0 0,0 1 0,1 0 0,-1 1 0,1-1 0,-1 2 0,1-1 0,0 1 0,0 0 0,0 0 0,1 1 0,-10 8 0,8-4 0,1 0 0,-1 0 0,1 0 0,1 1 0,0 0 0,0 0 0,1 0 0,-6 17 0,2 4 0,1 0 0,1 1 0,2 0 0,1 0 0,1 57 0,3-17 0,-18 139 0,17-206 0,-21 130 0,-7 143 0,47 194 0,38-4 0,5 60 0,-53-427 0,-4 0 0,-18 184 0,5-220 0,-3 20 0,-2 119 0,13-179 0,2 0 0,1 0 0,1 0 0,1 0 0,12 42 0,-5-32 0,-1-1 0,21 46 0,-27-71 0,1 0 0,0 0 0,0-1 0,1 0 0,0 0 0,0 0 0,1-1 0,0 0 0,15 12 0,-8-12 0,1 0 0,1 0 0,-1-2 0,1 0 0,0-1 0,0 0 0,0-1 0,27 0 0,30 8 0,-41-6 0,1-2 0,66-1 0,29 2 0,142 9 0,-127-9 0,-65-2 0,-5 1 0,79 11 0,-79-6 0,1-3 0,98-7 0,-51-1 0,17 5 0,214 30 0,-106 2 0,395 5 0,-322-22 0,-14 1 0,1779-19 0,-2001-2 0,107-20 0,-48 4 0,-129 17 0,0-1 0,-1 0 0,1 0 0,-1-2 0,0 1 0,23-13 0,63-47 0,-95 62 0,8-7 0,-1 0 0,-1 0 0,1-1 0,-2 0 0,1-1 0,8-14 0,38-73 0,-37 60 0,-2 0 0,-2-2 0,16-70 0,10-129 0,-17 86 0,-2-98 0,-2 21 0,-7 99 0,-4 0 0,-13-157 0,0 129 0,-2 59 0,-4-1 0,-26-103 0,-9-68 0,31 148 0,-2-4 0,1-144 0,32-60 0,-14 315 0,15-284 0,-17 288 0,1-2 0,-2-1 0,0 1 0,-3-19 0,2 28 0,0 0 0,0 0 0,0 1 0,-1-1 0,1 1 0,-1-1 0,-1 1 0,1 0 0,-1 0 0,0 0 0,-6-5 0,-16-14-1365,19 21-5461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49"/>
    </inkml:context>
    <inkml:brush xml:id="br0">
      <inkml:brushProperty name="width" value="0.025" units="cm"/>
      <inkml:brushProperty name="height" value="0.025" units="cm"/>
      <inkml:brushProperty name="color" value="#E71224"/>
    </inkml:brush>
  </inkml:definitions>
  <inkml:trace contextRef="#ctx0" brushRef="#br0">1 0 24575,'1'77'0,"-2"82"0,1-181 0,6-28 0,-3 43 0,0 1 0,0 1 0,0-1 0,1 0 0,0 1 0,0 0 0,0 0 0,1 0 0,-1 0 0,1 1 0,0 0 0,1 0 0,-1 0 0,1 1 0,0-1 0,-1 1 0,12-3 0,-15 6 0,1 0 0,-1 0 0,0 1 0,1-1 0,-1 1 0,0-1 0,0 1 0,0 0 0,1 0 0,-1 0 0,0 1 0,0-1 0,-1 0 0,1 1 0,0-1 0,0 1 0,-1-1 0,1 1 0,-1 0 0,1 0 0,-1 0 0,0 0 0,2 2 0,28 50 0,-25-38-273,0 0 0,-1 1 0,0 0 0,4 33 0,-9-46-6553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0"/>
    </inkml:context>
    <inkml:brush xml:id="br0">
      <inkml:brushProperty name="width" value="0.025" units="cm"/>
      <inkml:brushProperty name="height" value="0.025" units="cm"/>
      <inkml:brushProperty name="color" value="#E71224"/>
    </inkml:brush>
  </inkml:definitions>
  <inkml:trace contextRef="#ctx0" brushRef="#br0">0 111 24575,'34'1'0,"-1"-1"0,-1 0 0,38-6 0,-61 4 0,-1 1 0,0-1 0,0 0 0,0-1 0,-1 1 0,1-2 0,-1 1 0,1-1 0,-1 0 0,0-1 0,0 1 0,-1-1 0,11-11 0,-16 15 0,0 0 0,-1 1 0,1-1 0,0 0 0,-1 0 0,1 0 0,-1 0 0,1 0 0,-1 0 0,1 0 0,-1 0 0,0 0 0,0 0 0,1 0 0,-1 0 0,0 0 0,0 0 0,0 0 0,0-1 0,0 1 0,0 0 0,0 0 0,-1 0 0,1 0 0,0 0 0,-1 0 0,1 0 0,0 0 0,-1 0 0,1 0 0,-1 0 0,0 0 0,1 1 0,-1-1 0,0 0 0,1 0 0,-1 0 0,0 1 0,0-1 0,0 0 0,0 1 0,0-1 0,0 1 0,0-1 0,0 1 0,-1-1 0,0 0 0,-1 0 0,1 0 0,0 0 0,0 1 0,0-1 0,0 1 0,-1-1 0,1 1 0,0 0 0,0 0 0,-1 0 0,1 0 0,0 0 0,0 0 0,-1 1 0,1-1 0,0 1 0,0 0 0,0-1 0,0 1 0,0 0 0,0 0 0,-3 2 0,-1 3 0,-1 0 0,1 1 0,1-1 0,-1 1 0,1 1 0,0-1 0,1 1 0,0-1 0,0 1 0,0 1 0,1-1 0,-3 14 0,5-17 0,0 0 0,1 0 0,0 0 0,0 1 0,0-1 0,0 0 0,1 0 0,0 0 0,0 0 0,0 0 0,1-1 0,-1 1 0,1 0 0,0-1 0,1 1 0,-1-1 0,1 1 0,0-1 0,0 0 0,0 0 0,1-1 0,-1 1 0,5 3 0,-4-4 0,0 0 0,0 0 0,0 0 0,1 0 0,-1-1 0,0 0 0,1 0 0,0 0 0,0 0 0,-1-1 0,1 0 0,0 0 0,0 0 0,0 0 0,0-1 0,0 0 0,0 0 0,0 0 0,0-1 0,0 0 0,0 0 0,0 0 0,0 0 0,0-1 0,-1 0 0,1 0 0,0 0 0,-1 0 0,0-1 0,1 0 0,-1 0 0,-1 0 0,1 0 0,5-6 0,-8 5-1365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09:54:34.551"/>
    </inkml:context>
    <inkml:brush xml:id="br0">
      <inkml:brushProperty name="width" value="0.025" units="cm"/>
      <inkml:brushProperty name="height" value="0.025" units="cm"/>
      <inkml:brushProperty name="color" value="#E71224"/>
    </inkml:brush>
  </inkml:definitions>
  <inkml:trace contextRef="#ctx0" brushRef="#br0">1 70 24575,'8'18'0,"0"1"0,2-1 0,0 0 0,1-1 0,18 20 0,-28-35 0,1 0 0,0-1 0,0 0 0,0 1 0,0-1 0,0 0 0,0 0 0,0 0 0,1 0 0,-1 0 0,0-1 0,0 1 0,1-1 0,-1 1 0,1-1 0,-1 0 0,0 0 0,1 0 0,-1 0 0,0-1 0,1 1 0,-1-1 0,0 1 0,1-1 0,-1 0 0,0 1 0,0-1 0,0 0 0,3-2 0,9-5 0,1 0 0,-1-1 0,13-11 0,-14 11 0,39-24 0,-34 22 0,0 0 0,-1-2 0,31-27 0,-30 9 0,-12 21 0,-4 34 0,-3 180-1365,1-195-5461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10:42:26.476"/>
    </inkml:context>
    <inkml:brush xml:id="br0">
      <inkml:brushProperty name="width" value="0.025" units="cm"/>
      <inkml:brushProperty name="height" value="0.025" units="cm"/>
      <inkml:brushProperty name="color" value="#E71224"/>
    </inkml:brush>
  </inkml:definitions>
  <inkml:trace contextRef="#ctx0" brushRef="#br0">0 324 24575,'4791'0'0,"-4431"-14"0,-91 1 0,476 11 0,-363 5 0,-366-3 0,-10 1 0,1-1 0,-1 0 0,1 0 0,-1 0 0,1-1 0,-1 0 0,1 0 0,-1-1 0,0 0 0,8-3 0,-13 4 0,0 1 0,-1-1 0,1 0 0,-1 1 0,1-1 0,-1 1 0,0-1 0,1 0 0,-1 1 0,0-1 0,1 0 0,-1 0 0,0 1 0,0-1 0,0 0 0,1 0 0,-1 1 0,0-1 0,0 0 0,0 0 0,0 1 0,-1-1 0,1 0 0,0 0 0,0 0 0,0 1 0,-1-1 0,1 0 0,0 1 0,0-1 0,-1 0 0,1 1 0,-1-1 0,1 0 0,-2 0 0,-18-24 0,-26-15 0,-3 3 0,-1 1 0,-1 3 0,-108-52 0,159 84 0,0 1 0,0 0 0,-1 0 0,1-1 0,0 1 0,0 0 0,0 0 0,-1-1 0,1 1 0,0 0 0,0 0 0,-1 0 0,1-1 0,0 1 0,-1 0 0,1 0 0,0 0 0,-1 0 0,1 0 0,0 0 0,-1 0 0,1 0 0,0 0 0,0 0 0,-1 0 0,1 0 0,0 0 0,-1 0 0,1 0 0,0 0 0,-1 0 0,1 0 0,0 0 0,-1 0 0,1 0 0,0 1 0,-1-1 0,1 0 0,0 0 0,0 0 0,-1 1 0,1-1 0,0 0 0,-1 1 0,10 15 0,20 18 0,34 18 0,-45-38 0,-1-1 0,0 2 0,18 21 0,-29-30 0,0-1 0,0 0 0,1 0 0,-1-1 0,1 0 0,0 0 0,0 0 0,1-1 0,-1 0 0,1-1 0,-1 1 0,11 0 0,44 19 0,-60-21 0,-1 0 0,1 0 0,-1 0 0,1 0 0,-1 0 0,1 1 0,-1-1 0,0 0 0,0 1 0,1-1 0,-1 1 0,0-1 0,0 1 0,-1 0 0,1-1 0,0 1 0,0 0 0,-1 0 0,1 0 0,-1 2 0,1 1 0,-1 0 0,0 0 0,0 0 0,-1 0 0,1-1 0,-1 1 0,-2 9 0,-4 3 0,1 0 0,-2 0 0,-11 18 0,-19 24 27,-2-3 0,-77 82 0,11-13-1473,87-101-5380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0087A9-9D42-4C67-A23B-D3C16ED486DF}" type="datetimeFigureOut">
              <a:rPr lang="de-DE" smtClean="0"/>
              <a:t>20.10.2026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B0B98B-EBD4-4383-8D57-8F71A44D4CFD}" type="slidenum">
              <a:rPr lang="de-DE" smtClean="0"/>
              <a:t>‹Nr.›</a:t>
            </a:fld>
            <a:endParaRPr lang="de-DE"/>
          </a:p>
        </p:txBody>
      </p:sp>
    </p:spTree>
    <p:extLst>
      <p:ext uri="{BB962C8B-B14F-4D97-AF65-F5344CB8AC3E}">
        <p14:creationId xmlns:p14="http://schemas.microsoft.com/office/powerpoint/2010/main" val="1020705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C84E9-C23B-AEB9-2B9E-AEFE6DB4CE1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128D6F2-2FFC-8050-2FAF-EEC54B0124F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4776700-2C34-8677-07B6-EDF1AEAC7BDD}"/>
              </a:ext>
            </a:extLst>
          </p:cNvPr>
          <p:cNvSpPr>
            <a:spLocks noGrp="1"/>
          </p:cNvSpPr>
          <p:nvPr>
            <p:ph type="body" idx="1"/>
          </p:nvPr>
        </p:nvSpPr>
        <p:spPr/>
        <p:txBody>
          <a:bodyPr/>
          <a:lstStyle/>
          <a:p>
            <a:r>
              <a:rPr lang="de-DE" dirty="0"/>
              <a:t>https://www.dreamstime.com/technical-diagram-vehicle-brake-system-illustrating-brake-disc-pads-piston-fluid-pedal-automotive-mechanics-technical-image400716701</a:t>
            </a:r>
          </a:p>
        </p:txBody>
      </p:sp>
      <p:sp>
        <p:nvSpPr>
          <p:cNvPr id="4" name="Foliennummernplatzhalter 3">
            <a:extLst>
              <a:ext uri="{FF2B5EF4-FFF2-40B4-BE49-F238E27FC236}">
                <a16:creationId xmlns:a16="http://schemas.microsoft.com/office/drawing/2014/main" id="{9FA85235-5865-A30B-4CAB-DFE12893BF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B20EB5-88DF-4EA6-8586-32EED35EC0E5}" type="slidenum">
              <a:rPr kumimoji="0" lang="de-DE" sz="1200" b="0" i="0" u="none" strike="noStrike" kern="1200" cap="none" spc="0" normalizeH="0" baseline="0" noProof="0" smtClean="0">
                <a:ln>
                  <a:noFill/>
                </a:ln>
                <a:solidFill>
                  <a:prstClr val="black"/>
                </a:solidFill>
                <a:effectLst/>
                <a:uLnTx/>
                <a:uFillTx/>
                <a:latin typeface="EnBW DIN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solidFill>
              <a:effectLst/>
              <a:uLnTx/>
              <a:uFillTx/>
              <a:latin typeface="EnBW DIN Pro"/>
              <a:ea typeface="+mn-ea"/>
              <a:cs typeface="+mn-cs"/>
            </a:endParaRPr>
          </a:p>
        </p:txBody>
      </p:sp>
    </p:spTree>
    <p:extLst>
      <p:ext uri="{BB962C8B-B14F-4D97-AF65-F5344CB8AC3E}">
        <p14:creationId xmlns:p14="http://schemas.microsoft.com/office/powerpoint/2010/main" val="1656481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88FA-25D8-CB0A-5814-5655D6FE711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58589A0-A279-01CB-A3F1-7D4F54864C8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9F4636F-D2CD-391A-3A32-BC74D656CC80}"/>
              </a:ext>
            </a:extLst>
          </p:cNvPr>
          <p:cNvSpPr>
            <a:spLocks noGrp="1"/>
          </p:cNvSpPr>
          <p:nvPr>
            <p:ph type="body" idx="1"/>
          </p:nvPr>
        </p:nvSpPr>
        <p:spPr/>
        <p:txBody>
          <a:bodyPr/>
          <a:lstStyle/>
          <a:p>
            <a:r>
              <a:rPr lang="de-DE" dirty="0"/>
              <a:t>https://www.dreamstime.com/technical-diagram-vehicle-brake-system-illustrating-brake-disc-pads-piston-fluid-pedal-automotive-mechanics-technical-image400716701</a:t>
            </a:r>
          </a:p>
        </p:txBody>
      </p:sp>
      <p:sp>
        <p:nvSpPr>
          <p:cNvPr id="4" name="Foliennummernplatzhalter 3">
            <a:extLst>
              <a:ext uri="{FF2B5EF4-FFF2-40B4-BE49-F238E27FC236}">
                <a16:creationId xmlns:a16="http://schemas.microsoft.com/office/drawing/2014/main" id="{BB20F2CC-6C86-2D8F-A757-7737F7152A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B20EB5-88DF-4EA6-8586-32EED35EC0E5}" type="slidenum">
              <a:rPr kumimoji="0" lang="de-DE" sz="1200" b="0" i="0" u="none" strike="noStrike" kern="1200" cap="none" spc="0" normalizeH="0" baseline="0" noProof="0" smtClean="0">
                <a:ln>
                  <a:noFill/>
                </a:ln>
                <a:solidFill>
                  <a:prstClr val="black"/>
                </a:solidFill>
                <a:effectLst/>
                <a:uLnTx/>
                <a:uFillTx/>
                <a:latin typeface="EnBW DIN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EnBW DIN Pro"/>
              <a:ea typeface="+mn-ea"/>
              <a:cs typeface="+mn-cs"/>
            </a:endParaRPr>
          </a:p>
        </p:txBody>
      </p:sp>
    </p:spTree>
    <p:extLst>
      <p:ext uri="{BB962C8B-B14F-4D97-AF65-F5344CB8AC3E}">
        <p14:creationId xmlns:p14="http://schemas.microsoft.com/office/powerpoint/2010/main" val="758961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797DA-5D16-F3DB-B8FC-555523B1A03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1BC8FA-E01F-52A2-F6FB-E19B2399622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84F1501-DBF3-AC59-6082-BE116C98CB31}"/>
              </a:ext>
            </a:extLst>
          </p:cNvPr>
          <p:cNvSpPr>
            <a:spLocks noGrp="1"/>
          </p:cNvSpPr>
          <p:nvPr>
            <p:ph type="body" idx="1"/>
          </p:nvPr>
        </p:nvSpPr>
        <p:spPr/>
        <p:txBody>
          <a:bodyPr/>
          <a:lstStyle/>
          <a:p>
            <a:r>
              <a:rPr lang="de-DE" dirty="0"/>
              <a:t>https://www.dreamstime.com/technical-diagram-vehicle-brake-system-illustrating-brake-disc-pads-piston-fluid-pedal-automotive-mechanics-technical-image400716701</a:t>
            </a:r>
          </a:p>
        </p:txBody>
      </p:sp>
      <p:sp>
        <p:nvSpPr>
          <p:cNvPr id="4" name="Foliennummernplatzhalter 3">
            <a:extLst>
              <a:ext uri="{FF2B5EF4-FFF2-40B4-BE49-F238E27FC236}">
                <a16:creationId xmlns:a16="http://schemas.microsoft.com/office/drawing/2014/main" id="{9314C3E9-613F-8C95-D9E0-47AF80EA87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B20EB5-88DF-4EA6-8586-32EED35EC0E5}" type="slidenum">
              <a:rPr kumimoji="0" lang="de-DE" sz="1200" b="0" i="0" u="none" strike="noStrike" kern="1200" cap="none" spc="0" normalizeH="0" baseline="0" noProof="0" smtClean="0">
                <a:ln>
                  <a:noFill/>
                </a:ln>
                <a:solidFill>
                  <a:prstClr val="black"/>
                </a:solidFill>
                <a:effectLst/>
                <a:uLnTx/>
                <a:uFillTx/>
                <a:latin typeface="EnBW DIN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solidFill>
              <a:effectLst/>
              <a:uLnTx/>
              <a:uFillTx/>
              <a:latin typeface="EnBW DIN Pro"/>
              <a:ea typeface="+mn-ea"/>
              <a:cs typeface="+mn-cs"/>
            </a:endParaRPr>
          </a:p>
        </p:txBody>
      </p:sp>
    </p:spTree>
    <p:extLst>
      <p:ext uri="{BB962C8B-B14F-4D97-AF65-F5344CB8AC3E}">
        <p14:creationId xmlns:p14="http://schemas.microsoft.com/office/powerpoint/2010/main" val="4108669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8.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8.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11.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xml"/><Relationship Id="rId4" Type="http://schemas.openxmlformats.org/officeDocument/2006/relationships/image" Target="../media/image15.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6.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6.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6.emf"/></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s">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Title Slides</a:t>
            </a:r>
          </a:p>
        </p:txBody>
      </p:sp>
      <p:grpSp>
        <p:nvGrpSpPr>
          <p:cNvPr id="8" name="Gruppieren 7">
            <a:extLst>
              <a:ext uri="{FF2B5EF4-FFF2-40B4-BE49-F238E27FC236}">
                <a16:creationId xmlns:a16="http://schemas.microsoft.com/office/drawing/2014/main" id="{C9806C6D-0905-EEEA-0B68-C996F2964FF2}"/>
              </a:ext>
            </a:extLst>
          </p:cNvPr>
          <p:cNvGrpSpPr/>
          <p:nvPr userDrawn="1"/>
        </p:nvGrpSpPr>
        <p:grpSpPr>
          <a:xfrm>
            <a:off x="9749847" y="2816226"/>
            <a:ext cx="1207276" cy="1009648"/>
            <a:chOff x="9336214" y="2528900"/>
            <a:chExt cx="1980368" cy="1656188"/>
          </a:xfrm>
        </p:grpSpPr>
        <p:cxnSp>
          <p:nvCxnSpPr>
            <p:cNvPr id="4" name="Gerader Verbinder 3">
              <a:extLst>
                <a:ext uri="{FF2B5EF4-FFF2-40B4-BE49-F238E27FC236}">
                  <a16:creationId xmlns:a16="http://schemas.microsoft.com/office/drawing/2014/main" id="{5E157EA1-ECC1-A9AA-1AF8-CA75A4644506}"/>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aute 4">
              <a:extLst>
                <a:ext uri="{FF2B5EF4-FFF2-40B4-BE49-F238E27FC236}">
                  <a16:creationId xmlns:a16="http://schemas.microsoft.com/office/drawing/2014/main" id="{FDC88BE7-F254-7F88-E4BE-4948376941C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379144287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pic>
        <p:nvPicPr>
          <p:cNvPr id="30" name="Bildplatzhalter 4">
            <a:extLst>
              <a:ext uri="{FF2B5EF4-FFF2-40B4-BE49-F238E27FC236}">
                <a16:creationId xmlns:a16="http://schemas.microsoft.com/office/drawing/2014/main" id="{F1062A80-EF7D-48B2-98CD-6CDDED20D5E0}"/>
              </a:ext>
            </a:extLst>
          </p:cNvPr>
          <p:cNvPicPr>
            <a:picLocks noChangeAspect="1"/>
          </p:cNvPicPr>
          <p:nvPr userDrawn="1"/>
        </p:nvPicPr>
        <p:blipFill rotWithShape="1">
          <a:blip r:embed="rId2"/>
          <a:srcRect t="34825" b="3009"/>
          <a:stretch/>
        </p:blipFill>
        <p:spPr bwMode="gray">
          <a:xfrm>
            <a:off x="5988051" y="-1"/>
            <a:ext cx="6203949" cy="6858001"/>
          </a:xfrm>
          <a:prstGeom prst="rect">
            <a:avLst/>
          </a:prstGeom>
        </p:spPr>
      </p:pic>
      <p:sp>
        <p:nvSpPr>
          <p:cNvPr id="7" name="Rechteck 6">
            <a:extLst>
              <a:ext uri="{FF2B5EF4-FFF2-40B4-BE49-F238E27FC236}">
                <a16:creationId xmlns:a16="http://schemas.microsoft.com/office/drawing/2014/main" id="{914472A9-C746-414B-A339-17009C086F0C}"/>
              </a:ext>
            </a:extLst>
          </p:cNvPr>
          <p:cNvSpPr/>
          <p:nvPr userDrawn="1"/>
        </p:nvSpPr>
        <p:spPr bwMode="gray">
          <a:xfrm>
            <a:off x="0" y="0"/>
            <a:ext cx="598805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gray">
          <a:xfrm>
            <a:off x="371475" y="368300"/>
            <a:ext cx="5616575" cy="4681538"/>
          </a:xfrm>
        </p:spPr>
        <p:txBody>
          <a:bodyPr rIns="36000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gray">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4" name="Datumsplatzhalter 3">
            <a:extLst>
              <a:ext uri="{FF2B5EF4-FFF2-40B4-BE49-F238E27FC236}">
                <a16:creationId xmlns:a16="http://schemas.microsoft.com/office/drawing/2014/main" id="{AA6250CC-595F-56CB-920B-A07D0AF8DB68}"/>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a:p>
        </p:txBody>
      </p:sp>
      <p:sp>
        <p:nvSpPr>
          <p:cNvPr id="5" name="Fußzeilenplatzhalter 4">
            <a:extLst>
              <a:ext uri="{FF2B5EF4-FFF2-40B4-BE49-F238E27FC236}">
                <a16:creationId xmlns:a16="http://schemas.microsoft.com/office/drawing/2014/main" id="{DA012934-337B-04B6-BBA6-336DE7455482}"/>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6" name="Foliennummernplatzhalter 5">
            <a:extLst>
              <a:ext uri="{FF2B5EF4-FFF2-40B4-BE49-F238E27FC236}">
                <a16:creationId xmlns:a16="http://schemas.microsoft.com/office/drawing/2014/main" id="{F77DF1B2-42B7-5543-6886-E7938EDBECD5}"/>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28" name="Gruppieren 27">
            <a:extLst>
              <a:ext uri="{FF2B5EF4-FFF2-40B4-BE49-F238E27FC236}">
                <a16:creationId xmlns:a16="http://schemas.microsoft.com/office/drawing/2014/main" id="{392CD00D-7689-459C-BD22-24BD24D38833}"/>
              </a:ext>
            </a:extLst>
          </p:cNvPr>
          <p:cNvGrpSpPr/>
          <p:nvPr userDrawn="1"/>
        </p:nvGrpSpPr>
        <p:grpSpPr>
          <a:xfrm>
            <a:off x="6318982" y="339934"/>
            <a:ext cx="5170611" cy="1080000"/>
            <a:chOff x="6460967" y="2888999"/>
            <a:chExt cx="5170611" cy="1080000"/>
          </a:xfrm>
        </p:grpSpPr>
        <p:grpSp>
          <p:nvGrpSpPr>
            <p:cNvPr id="9" name="Gruppieren 8">
              <a:extLst>
                <a:ext uri="{FF2B5EF4-FFF2-40B4-BE49-F238E27FC236}">
                  <a16:creationId xmlns:a16="http://schemas.microsoft.com/office/drawing/2014/main" id="{0484C6BD-91DB-46E4-D1D8-D75CEFB669AE}"/>
                </a:ext>
              </a:extLst>
            </p:cNvPr>
            <p:cNvGrpSpPr>
              <a:grpSpLocks noChangeAspect="1"/>
            </p:cNvGrpSpPr>
            <p:nvPr userDrawn="1"/>
          </p:nvGrpSpPr>
          <p:grpSpPr bwMode="gray">
            <a:xfrm>
              <a:off x="9624392" y="3068999"/>
              <a:ext cx="2007186" cy="720000"/>
              <a:chOff x="11189494" y="381000"/>
              <a:chExt cx="621506" cy="222941"/>
            </a:xfrm>
          </p:grpSpPr>
          <p:sp>
            <p:nvSpPr>
              <p:cNvPr id="10" name="Freihandform: Form 9">
                <a:extLst>
                  <a:ext uri="{FF2B5EF4-FFF2-40B4-BE49-F238E27FC236}">
                    <a16:creationId xmlns:a16="http://schemas.microsoft.com/office/drawing/2014/main" id="{59D79EA9-159E-AF02-E8D2-0E0E2BFCBD4B}"/>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D0DC72A4-EA66-1D2C-67F7-6C89ECA758C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pic>
          <p:nvPicPr>
            <p:cNvPr id="13" name="Grafik 12">
              <a:extLst>
                <a:ext uri="{FF2B5EF4-FFF2-40B4-BE49-F238E27FC236}">
                  <a16:creationId xmlns:a16="http://schemas.microsoft.com/office/drawing/2014/main" id="{F124AFD3-CA1D-4245-8C99-2E1F9B1B328E}"/>
                </a:ext>
              </a:extLst>
            </p:cNvPr>
            <p:cNvPicPr>
              <a:picLocks noChangeAspect="1"/>
            </p:cNvPicPr>
            <p:nvPr userDrawn="1"/>
          </p:nvPicPr>
          <p:blipFill>
            <a:blip r:embed="rId3"/>
            <a:stretch>
              <a:fillRect/>
            </a:stretch>
          </p:blipFill>
          <p:spPr>
            <a:xfrm>
              <a:off x="6460967" y="2888999"/>
              <a:ext cx="2887271" cy="1080000"/>
            </a:xfrm>
            <a:prstGeom prst="rect">
              <a:avLst/>
            </a:prstGeom>
          </p:spPr>
        </p:pic>
      </p:grpSp>
      <p:sp>
        <p:nvSpPr>
          <p:cNvPr id="8" name="Textfeld 7">
            <a:extLst>
              <a:ext uri="{FF2B5EF4-FFF2-40B4-BE49-F238E27FC236}">
                <a16:creationId xmlns:a16="http://schemas.microsoft.com/office/drawing/2014/main" id="{1A99FADE-F975-4081-B9F3-D5C1AA023870}"/>
              </a:ext>
            </a:extLst>
          </p:cNvPr>
          <p:cNvSpPr txBox="1"/>
          <p:nvPr userDrawn="1"/>
        </p:nvSpPr>
        <p:spPr bwMode="gray">
          <a:xfrm>
            <a:off x="6228705" y="6406673"/>
            <a:ext cx="5591820" cy="320462"/>
          </a:xfrm>
          <a:prstGeom prst="rect">
            <a:avLst/>
          </a:prstGeom>
          <a:noFill/>
        </p:spPr>
        <p:txBody>
          <a:bodyPr wrap="none" lIns="0" tIns="0" rIns="0" bIns="0" rtlCol="0" anchor="ctr">
            <a:noAutofit/>
          </a:bodyPr>
          <a:lstStyle/>
          <a:p>
            <a:pPr marL="0" indent="0" algn="ctr" defTabSz="914347">
              <a:lnSpc>
                <a:spcPct val="110000"/>
              </a:lnSpc>
              <a:spcBef>
                <a:spcPts val="300"/>
              </a:spcBef>
              <a:spcAft>
                <a:spcPts val="300"/>
              </a:spcAft>
              <a:buClr>
                <a:schemeClr val="accent1"/>
              </a:buClr>
              <a:buSzPct val="90000"/>
              <a:buFont typeface="Wingdings" panose="05000000000000000000" pitchFamily="2" charset="2"/>
              <a:buNone/>
            </a:pPr>
            <a:r>
              <a:rPr lang="de-DE" sz="1100" b="1" dirty="0">
                <a:solidFill>
                  <a:srgbClr val="000000"/>
                </a:solidFill>
              </a:rPr>
              <a:t>GEFÖRDERT DURCH DIE				– SFB-1608 – 501798263</a:t>
            </a:r>
          </a:p>
        </p:txBody>
      </p:sp>
      <p:pic>
        <p:nvPicPr>
          <p:cNvPr id="14" name="Grafik 13">
            <a:extLst>
              <a:ext uri="{FF2B5EF4-FFF2-40B4-BE49-F238E27FC236}">
                <a16:creationId xmlns:a16="http://schemas.microsoft.com/office/drawing/2014/main" id="{BFD8DB7A-C648-4498-9C43-3A1A7E6AFB0A}"/>
              </a:ext>
            </a:extLst>
          </p:cNvPr>
          <p:cNvPicPr>
            <a:picLocks noChangeAspect="1"/>
          </p:cNvPicPr>
          <p:nvPr userDrawn="1"/>
        </p:nvPicPr>
        <p:blipFill>
          <a:blip r:embed="rId4">
            <a:biLevel thresh="75000"/>
          </a:blip>
          <a:stretch>
            <a:fillRect/>
          </a:stretch>
        </p:blipFill>
        <p:spPr>
          <a:xfrm>
            <a:off x="8039894" y="6378209"/>
            <a:ext cx="2100262" cy="377391"/>
          </a:xfrm>
          <a:prstGeom prst="rect">
            <a:avLst/>
          </a:prstGeom>
        </p:spPr>
      </p:pic>
    </p:spTree>
    <p:extLst>
      <p:ext uri="{BB962C8B-B14F-4D97-AF65-F5344CB8AC3E}">
        <p14:creationId xmlns:p14="http://schemas.microsoft.com/office/powerpoint/2010/main" val="3683415932"/>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14472A9-C746-414B-A339-17009C086F0C}"/>
              </a:ext>
            </a:extLst>
          </p:cNvPr>
          <p:cNvSpPr/>
          <p:nvPr userDrawn="1"/>
        </p:nvSpPr>
        <p:spPr bwMode="gray">
          <a:xfrm>
            <a:off x="5988050" y="0"/>
            <a:ext cx="6203950"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368300"/>
            <a:ext cx="5616575" cy="4681538"/>
          </a:xfrm>
        </p:spPr>
        <p:txBody>
          <a:bodyPr rIns="36000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16" name="Bildplatzhalter 15">
            <a:extLst>
              <a:ext uri="{FF2B5EF4-FFF2-40B4-BE49-F238E27FC236}">
                <a16:creationId xmlns:a16="http://schemas.microsoft.com/office/drawing/2014/main" id="{E617D12E-D9F2-FE30-962E-F64655611604}"/>
              </a:ext>
            </a:extLst>
          </p:cNvPr>
          <p:cNvSpPr>
            <a:spLocks noGrp="1"/>
          </p:cNvSpPr>
          <p:nvPr>
            <p:ph type="pic" sz="quarter" idx="13" hasCustomPrompt="1"/>
          </p:nvPr>
        </p:nvSpPr>
        <p:spPr bwMode="gray">
          <a:xfrm>
            <a:off x="5988051" y="1"/>
            <a:ext cx="4103687" cy="6858000"/>
          </a:xfrm>
        </p:spPr>
        <p:txBody>
          <a:bodyPr tIns="864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8" name="Datumsplatzhalter 3">
            <a:extLst>
              <a:ext uri="{FF2B5EF4-FFF2-40B4-BE49-F238E27FC236}">
                <a16:creationId xmlns:a16="http://schemas.microsoft.com/office/drawing/2014/main" id="{B13F734F-93E9-EAAB-2752-52949F413704}"/>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endParaRPr lang="en-US"/>
          </a:p>
        </p:txBody>
      </p:sp>
      <p:sp>
        <p:nvSpPr>
          <p:cNvPr id="12" name="Fußzeilenplatzhalter 4">
            <a:extLst>
              <a:ext uri="{FF2B5EF4-FFF2-40B4-BE49-F238E27FC236}">
                <a16:creationId xmlns:a16="http://schemas.microsoft.com/office/drawing/2014/main" id="{7037DF08-8E92-E882-4AEB-B9E96AA7AA76}"/>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p>
        </p:txBody>
      </p:sp>
      <p:sp>
        <p:nvSpPr>
          <p:cNvPr id="13" name="Foliennummernplatzhalter 5">
            <a:extLst>
              <a:ext uri="{FF2B5EF4-FFF2-40B4-BE49-F238E27FC236}">
                <a16:creationId xmlns:a16="http://schemas.microsoft.com/office/drawing/2014/main" id="{29264F0A-C45F-9937-0433-4CE92B3ED551}"/>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4" name="Gruppieren 8">
            <a:extLst>
              <a:ext uri="{FF2B5EF4-FFF2-40B4-BE49-F238E27FC236}">
                <a16:creationId xmlns:a16="http://schemas.microsoft.com/office/drawing/2014/main" id="{A1532E2A-0AD5-78A6-C7F4-C16B026BA9BB}"/>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1126D6D5-2B7D-390E-6320-C8E356BB57B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6" name="Freihandform: Form 10">
              <a:extLst>
                <a:ext uri="{FF2B5EF4-FFF2-40B4-BE49-F238E27FC236}">
                  <a16:creationId xmlns:a16="http://schemas.microsoft.com/office/drawing/2014/main" id="{E48DCF6E-1E81-A530-130D-A40052D29E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525442377"/>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p:bg>
      <p:bgPr>
        <a:solidFill>
          <a:schemeClr val="accent1"/>
        </a:solidFill>
        <a:effectLst/>
      </p:bgPr>
    </p:bg>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41775"/>
            <a:ext cx="5616575" cy="1691479"/>
          </a:xfrm>
        </p:spPr>
        <p:txBody>
          <a:bodyPr rIns="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4" name="Rechteck 3">
            <a:extLst>
              <a:ext uri="{FF2B5EF4-FFF2-40B4-BE49-F238E27FC236}">
                <a16:creationId xmlns:a16="http://schemas.microsoft.com/office/drawing/2014/main" id="{2E52B5CC-CF21-9E7E-CADE-8B782F3AF80F}"/>
              </a:ext>
            </a:extLst>
          </p:cNvPr>
          <p:cNvSpPr/>
          <p:nvPr userDrawn="1"/>
        </p:nvSpPr>
        <p:spPr bwMode="gray">
          <a:xfrm>
            <a:off x="12233756" y="1"/>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umsplatzhalter 3">
            <a:extLst>
              <a:ext uri="{FF2B5EF4-FFF2-40B4-BE49-F238E27FC236}">
                <a16:creationId xmlns:a16="http://schemas.microsoft.com/office/drawing/2014/main" id="{613673CC-527A-F7FD-F4BB-EFB8EDA92E70}"/>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endParaRPr lang="en-US"/>
          </a:p>
        </p:txBody>
      </p:sp>
      <p:sp>
        <p:nvSpPr>
          <p:cNvPr id="7" name="Fußzeilenplatzhalter 4">
            <a:extLst>
              <a:ext uri="{FF2B5EF4-FFF2-40B4-BE49-F238E27FC236}">
                <a16:creationId xmlns:a16="http://schemas.microsoft.com/office/drawing/2014/main" id="{42973810-AFA0-E19F-E5A5-A7F82CD72815}"/>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p>
        </p:txBody>
      </p:sp>
      <p:sp>
        <p:nvSpPr>
          <p:cNvPr id="8" name="Foliennummernplatzhalter 5">
            <a:extLst>
              <a:ext uri="{FF2B5EF4-FFF2-40B4-BE49-F238E27FC236}">
                <a16:creationId xmlns:a16="http://schemas.microsoft.com/office/drawing/2014/main" id="{51AF4981-2A51-01C8-FC65-7C68623E45B0}"/>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sp>
        <p:nvSpPr>
          <p:cNvPr id="11" name="SmartArt-Platzhalter 10">
            <a:extLst>
              <a:ext uri="{FF2B5EF4-FFF2-40B4-BE49-F238E27FC236}">
                <a16:creationId xmlns:a16="http://schemas.microsoft.com/office/drawing/2014/main" id="{B8A25F18-5A38-86C1-D835-316B836320E1}"/>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242665878"/>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hite">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38599"/>
            <a:ext cx="5616575" cy="1694655"/>
          </a:xfrm>
        </p:spPr>
        <p:txBody>
          <a:bodyPr rIns="0" anchor="t"/>
          <a:lstStyle>
            <a:lvl1pPr algn="l">
              <a:defRPr sz="5000">
                <a:solidFill>
                  <a:schemeClr val="accent1"/>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tx1"/>
                </a:solidFill>
              </a:defRPr>
            </a:lvl1pPr>
            <a:lvl2pPr marL="0" indent="0" algn="l">
              <a:lnSpc>
                <a:spcPct val="110000"/>
              </a:lnSpc>
              <a:spcBef>
                <a:spcPts val="300"/>
              </a:spcBef>
              <a:spcAft>
                <a:spcPts val="300"/>
              </a:spcAft>
              <a:buNone/>
              <a:defRPr sz="1400">
                <a:solidFill>
                  <a:schemeClr val="tx1"/>
                </a:solidFill>
              </a:defRPr>
            </a:lvl2pPr>
            <a:lvl3pPr marL="0" indent="0" algn="l">
              <a:lnSpc>
                <a:spcPct val="110000"/>
              </a:lnSpc>
              <a:spcBef>
                <a:spcPts val="300"/>
              </a:spcBef>
              <a:spcAft>
                <a:spcPts val="300"/>
              </a:spcAft>
              <a:buNone/>
              <a:defRPr sz="1400">
                <a:solidFill>
                  <a:schemeClr val="tx1"/>
                </a:solidFill>
              </a:defRPr>
            </a:lvl3pPr>
            <a:lvl4pPr marL="0" indent="0" algn="l">
              <a:lnSpc>
                <a:spcPct val="110000"/>
              </a:lnSpc>
              <a:spcBef>
                <a:spcPts val="300"/>
              </a:spcBef>
              <a:spcAft>
                <a:spcPts val="300"/>
              </a:spcAft>
              <a:buNone/>
              <a:defRPr sz="1400">
                <a:solidFill>
                  <a:schemeClr val="tx1"/>
                </a:solidFill>
              </a:defRPr>
            </a:lvl4pPr>
            <a:lvl5pPr marL="0" indent="0" algn="l">
              <a:lnSpc>
                <a:spcPct val="110000"/>
              </a:lnSpc>
              <a:spcBef>
                <a:spcPts val="300"/>
              </a:spcBef>
              <a:spcAft>
                <a:spcPts val="300"/>
              </a:spcAft>
              <a:buNone/>
              <a:defRPr sz="1400">
                <a:solidFill>
                  <a:schemeClr val="tx1"/>
                </a:solidFill>
              </a:defRPr>
            </a:lvl5pPr>
            <a:lvl6pPr marL="0" indent="0" algn="l">
              <a:lnSpc>
                <a:spcPct val="110000"/>
              </a:lnSpc>
              <a:spcBef>
                <a:spcPts val="300"/>
              </a:spcBef>
              <a:spcAft>
                <a:spcPts val="300"/>
              </a:spcAft>
              <a:buNone/>
              <a:defRPr sz="1400">
                <a:solidFill>
                  <a:schemeClr val="tx1"/>
                </a:solidFill>
              </a:defRPr>
            </a:lvl6pPr>
            <a:lvl7pPr marL="0" indent="0" algn="l">
              <a:lnSpc>
                <a:spcPct val="110000"/>
              </a:lnSpc>
              <a:spcBef>
                <a:spcPts val="300"/>
              </a:spcBef>
              <a:spcAft>
                <a:spcPts val="300"/>
              </a:spcAft>
              <a:buNone/>
              <a:defRPr sz="1400">
                <a:solidFill>
                  <a:schemeClr val="tx1"/>
                </a:solidFill>
              </a:defRPr>
            </a:lvl7pPr>
            <a:lvl8pPr marL="0" indent="0" algn="l">
              <a:lnSpc>
                <a:spcPct val="110000"/>
              </a:lnSpc>
              <a:spcBef>
                <a:spcPts val="300"/>
              </a:spcBef>
              <a:spcAft>
                <a:spcPts val="300"/>
              </a:spcAft>
              <a:buNone/>
              <a:defRPr sz="1400">
                <a:solidFill>
                  <a:schemeClr val="tx1"/>
                </a:solidFill>
              </a:defRPr>
            </a:lvl8pPr>
            <a:lvl9pPr marL="0" indent="0" algn="l">
              <a:lnSpc>
                <a:spcPct val="110000"/>
              </a:lnSpc>
              <a:spcBef>
                <a:spcPts val="300"/>
              </a:spcBef>
              <a:spcAft>
                <a:spcPts val="300"/>
              </a:spcAft>
              <a:buNone/>
              <a:defRPr sz="1400">
                <a:solidFill>
                  <a:schemeClr val="tx1"/>
                </a:solidFill>
              </a:defRPr>
            </a:lvl9pPr>
          </a:lstStyle>
          <a:p>
            <a:pPr lvl="0"/>
            <a:r>
              <a:rPr lang="en-US" dirty="0"/>
              <a:t>Add Subtitle</a:t>
            </a:r>
          </a:p>
        </p:txBody>
      </p:sp>
      <p:sp>
        <p:nvSpPr>
          <p:cNvPr id="19" name="Inhaltsplatzhalter 18">
            <a:extLst>
              <a:ext uri="{FF2B5EF4-FFF2-40B4-BE49-F238E27FC236}">
                <a16:creationId xmlns:a16="http://schemas.microsoft.com/office/drawing/2014/main" id="{EA0F1769-10E8-A988-F711-DB28498A25E4}"/>
              </a:ext>
            </a:extLst>
          </p:cNvPr>
          <p:cNvSpPr>
            <a:spLocks noGrp="1"/>
          </p:cNvSpPr>
          <p:nvPr userDrawn="1">
            <p:ph sz="quarter" idx="14" hasCustomPrompt="1"/>
          </p:nvPr>
        </p:nvSpPr>
        <p:spPr bwMode="black">
          <a:xfrm>
            <a:off x="10488487" y="5553236"/>
            <a:ext cx="1332038" cy="720564"/>
          </a:xfrm>
        </p:spPr>
        <p:txBody>
          <a:bodyPr/>
          <a:lstStyle>
            <a:lvl1pPr marL="0" indent="0" algn="l">
              <a:lnSpc>
                <a:spcPct val="100000"/>
              </a:lnSpc>
              <a:spcBef>
                <a:spcPts val="0"/>
              </a:spcBef>
              <a:spcAft>
                <a:spcPts val="0"/>
              </a:spcAft>
              <a:buFont typeface="Arial" panose="020B0604020202020204" pitchFamily="34" charset="0"/>
              <a:buNone/>
              <a:defRPr sz="100">
                <a:noFill/>
              </a:defRPr>
            </a:lvl1pPr>
            <a:lvl2pPr marL="0" indent="0" algn="l">
              <a:lnSpc>
                <a:spcPct val="100000"/>
              </a:lnSpc>
              <a:spcBef>
                <a:spcPts val="0"/>
              </a:spcBef>
              <a:spcAft>
                <a:spcPts val="0"/>
              </a:spcAft>
              <a:buNone/>
              <a:defRPr sz="100">
                <a:noFill/>
              </a:defRPr>
            </a:lvl2pPr>
            <a:lvl3pPr marL="0" indent="0" algn="l">
              <a:lnSpc>
                <a:spcPct val="100000"/>
              </a:lnSpc>
              <a:spcBef>
                <a:spcPts val="0"/>
              </a:spcBef>
              <a:spcAft>
                <a:spcPts val="0"/>
              </a:spcAft>
              <a:buFont typeface="Arial" panose="020B0604020202020204" pitchFamily="34" charset="0"/>
              <a:buNone/>
              <a:defRPr sz="100">
                <a:noFill/>
              </a:defRPr>
            </a:lvl3pPr>
            <a:lvl4pPr marL="0" indent="0" algn="l">
              <a:lnSpc>
                <a:spcPct val="100000"/>
              </a:lnSpc>
              <a:spcBef>
                <a:spcPts val="0"/>
              </a:spcBef>
              <a:spcAft>
                <a:spcPts val="0"/>
              </a:spcAft>
              <a:buNone/>
              <a:defRPr sz="100">
                <a:noFill/>
              </a:defRPr>
            </a:lvl4pPr>
            <a:lvl5pPr marL="0" indent="0" algn="l">
              <a:lnSpc>
                <a:spcPct val="100000"/>
              </a:lnSpc>
              <a:spcBef>
                <a:spcPts val="0"/>
              </a:spcBef>
              <a:spcAft>
                <a:spcPts val="0"/>
              </a:spcAft>
              <a:buFont typeface="Arial" panose="020B0604020202020204" pitchFamily="34" charset="0"/>
              <a:buNone/>
              <a:defRPr sz="100">
                <a:noFill/>
              </a:defRPr>
            </a:lvl5pPr>
            <a:lvl6pPr marL="0" indent="0" algn="l">
              <a:lnSpc>
                <a:spcPct val="100000"/>
              </a:lnSpc>
              <a:spcBef>
                <a:spcPts val="0"/>
              </a:spcBef>
              <a:spcAft>
                <a:spcPts val="0"/>
              </a:spcAft>
              <a:buFont typeface="Arial" panose="020B0604020202020204" pitchFamily="34" charset="0"/>
              <a:buNone/>
              <a:defRPr sz="100">
                <a:noFill/>
              </a:defRPr>
            </a:lvl6pPr>
            <a:lvl7pPr marL="0" indent="0" algn="l">
              <a:lnSpc>
                <a:spcPct val="100000"/>
              </a:lnSpc>
              <a:spcBef>
                <a:spcPts val="0"/>
              </a:spcBef>
              <a:spcAft>
                <a:spcPts val="0"/>
              </a:spcAft>
              <a:buFont typeface="Arial" panose="020B0604020202020204" pitchFamily="34" charset="0"/>
              <a:buNone/>
              <a:defRPr sz="100">
                <a:noFill/>
              </a:defRPr>
            </a:lvl7pPr>
            <a:lvl8pPr marL="0" indent="0" algn="l">
              <a:lnSpc>
                <a:spcPct val="100000"/>
              </a:lnSpc>
              <a:spcBef>
                <a:spcPts val="0"/>
              </a:spcBef>
              <a:spcAft>
                <a:spcPts val="0"/>
              </a:spcAft>
              <a:buFont typeface="Arial" panose="020B0604020202020204" pitchFamily="34" charset="0"/>
              <a:buNone/>
              <a:defRPr sz="100">
                <a:noFill/>
              </a:defRPr>
            </a:lvl8pPr>
            <a:lvl9pPr marL="0" indent="0" algn="l">
              <a:lnSpc>
                <a:spcPct val="100000"/>
              </a:lnSpc>
              <a:spcBef>
                <a:spcPts val="0"/>
              </a:spcBef>
              <a:spcAft>
                <a:spcPts val="0"/>
              </a:spcAft>
              <a:buFont typeface="Arial" panose="020B0604020202020204" pitchFamily="34" charset="0"/>
              <a:buNone/>
              <a:defRPr sz="100">
                <a:noFill/>
              </a:defRPr>
            </a:lvl9pPr>
          </a:lstStyle>
          <a:p>
            <a:pPr lvl="0"/>
            <a:r>
              <a:rPr lang="en-US" noProof="1"/>
              <a:t>OE Logoplatzhalter</a:t>
            </a:r>
          </a:p>
        </p:txBody>
      </p:sp>
      <p:sp>
        <p:nvSpPr>
          <p:cNvPr id="4" name="Rechteck 3">
            <a:extLst>
              <a:ext uri="{FF2B5EF4-FFF2-40B4-BE49-F238E27FC236}">
                <a16:creationId xmlns:a16="http://schemas.microsoft.com/office/drawing/2014/main" id="{1CDC56E0-CC7D-87E3-D66D-6BEE83D8AE75}"/>
              </a:ext>
            </a:extLst>
          </p:cNvPr>
          <p:cNvSpPr/>
          <p:nvPr userDrawn="1"/>
        </p:nvSpPr>
        <p:spPr bwMode="gray">
          <a:xfrm>
            <a:off x="12233756" y="5553236"/>
            <a:ext cx="1640680" cy="720564"/>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OE-Logo (optional)</a:t>
            </a:r>
          </a:p>
          <a:p>
            <a:pPr algn="l"/>
            <a:r>
              <a:rPr lang="en-US" sz="1000" dirty="0">
                <a:solidFill>
                  <a:schemeClr val="tx1"/>
                </a:solidFill>
              </a:rPr>
              <a:t>Insert with a click on </a:t>
            </a:r>
            <a:br>
              <a:rPr lang="en-US" sz="1000" dirty="0">
                <a:solidFill>
                  <a:schemeClr val="tx1"/>
                </a:solidFill>
              </a:rPr>
            </a:br>
            <a:r>
              <a:rPr lang="en-US" sz="1000" dirty="0">
                <a:solidFill>
                  <a:schemeClr val="tx1"/>
                </a:solidFill>
              </a:rPr>
              <a:t>the image icon</a:t>
            </a:r>
            <a:endParaRPr lang="en-US" sz="1000" b="1" dirty="0">
              <a:solidFill>
                <a:schemeClr val="tx1"/>
              </a:solidFill>
            </a:endParaRPr>
          </a:p>
        </p:txBody>
      </p:sp>
      <p:sp>
        <p:nvSpPr>
          <p:cNvPr id="7" name="Datumsplatzhalter 3">
            <a:extLst>
              <a:ext uri="{FF2B5EF4-FFF2-40B4-BE49-F238E27FC236}">
                <a16:creationId xmlns:a16="http://schemas.microsoft.com/office/drawing/2014/main" id="{B05E904A-C9EA-86A7-9664-F1BEB574F064}"/>
              </a:ext>
            </a:extLst>
          </p:cNvPr>
          <p:cNvSpPr txBox="1">
            <a:spLocks/>
          </p:cNvSpPr>
          <p:nvPr userDrawn="1"/>
        </p:nvSpPr>
        <p:spPr bwMode="black">
          <a:xfrm>
            <a:off x="0" y="6858000"/>
            <a:ext cx="0" cy="0"/>
          </a:xfrm>
          <a:prstGeom prst="rect">
            <a:avLst/>
          </a:prstGeom>
        </p:spPr>
        <p:txBody>
          <a:bodyPr vert="horz" wrap="none" lIns="0" tIns="36000" rIns="0" bIns="0" rtlCol="0" anchor="ctr">
            <a:normAutofit fontScale="25000" lnSpcReduction="20000"/>
          </a:bodyPr>
          <a:lstStyle>
            <a:defPPr>
              <a:defRPr lang="en-US"/>
            </a:defPPr>
            <a:lvl1pPr marL="0" algn="l" defTabSz="914400" rtl="0" eaLnBrk="1" latinLnBrk="0" hangingPunct="1">
              <a:defRPr sz="7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Datum aus technischen Gründen nicht deaktivieren!</a:t>
            </a:r>
          </a:p>
        </p:txBody>
      </p:sp>
      <p:sp>
        <p:nvSpPr>
          <p:cNvPr id="11" name="Fußzeilenplatzhalter 4">
            <a:extLst>
              <a:ext uri="{FF2B5EF4-FFF2-40B4-BE49-F238E27FC236}">
                <a16:creationId xmlns:a16="http://schemas.microsoft.com/office/drawing/2014/main" id="{146CC5CD-AF6B-4EF0-3308-79576A9AD0C8}"/>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12" name="Foliennummernplatzhalter 5">
            <a:extLst>
              <a:ext uri="{FF2B5EF4-FFF2-40B4-BE49-F238E27FC236}">
                <a16:creationId xmlns:a16="http://schemas.microsoft.com/office/drawing/2014/main" id="{4EF9ED98-5AE0-9DB9-A2FD-AB2BDC2F878E}"/>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6" name="SmartArt-Platzhalter 10">
            <a:extLst>
              <a:ext uri="{FF2B5EF4-FFF2-40B4-BE49-F238E27FC236}">
                <a16:creationId xmlns:a16="http://schemas.microsoft.com/office/drawing/2014/main" id="{A96C0EF9-BA74-F815-E094-6E6D6E1F1198}"/>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305735995"/>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Agenda</a:t>
            </a:r>
          </a:p>
        </p:txBody>
      </p:sp>
      <p:grpSp>
        <p:nvGrpSpPr>
          <p:cNvPr id="5" name="Gruppieren 4">
            <a:extLst>
              <a:ext uri="{FF2B5EF4-FFF2-40B4-BE49-F238E27FC236}">
                <a16:creationId xmlns:a16="http://schemas.microsoft.com/office/drawing/2014/main" id="{25244B92-11CA-AA31-8AB9-45C253E1FCD6}"/>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92178F17-D259-CFA4-628D-049EBD28B82E}"/>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27EC8CEF-7F13-B3B5-1CA9-5784DB43CE28}"/>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28050596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1"/>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7" name="Textplatzhalter 6">
            <a:extLst>
              <a:ext uri="{FF2B5EF4-FFF2-40B4-BE49-F238E27FC236}">
                <a16:creationId xmlns:a16="http://schemas.microsoft.com/office/drawing/2014/main" id="{3A62E724-8D8E-017B-D237-54AB651DA617}"/>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
        <p:nvSpPr>
          <p:cNvPr id="3" name="Datumsplatzhalter 3">
            <a:extLst>
              <a:ext uri="{FF2B5EF4-FFF2-40B4-BE49-F238E27FC236}">
                <a16:creationId xmlns:a16="http://schemas.microsoft.com/office/drawing/2014/main" id="{AA1E83E6-0784-7D15-05B6-ECA93ACB4E01}"/>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4" name="Fußzeilenplatzhalter 4">
            <a:extLst>
              <a:ext uri="{FF2B5EF4-FFF2-40B4-BE49-F238E27FC236}">
                <a16:creationId xmlns:a16="http://schemas.microsoft.com/office/drawing/2014/main" id="{64CFC666-FAD5-95CE-AB04-8312C38E5E37}"/>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5" name="Foliennummernplatzhalter 5">
            <a:extLst>
              <a:ext uri="{FF2B5EF4-FFF2-40B4-BE49-F238E27FC236}">
                <a16:creationId xmlns:a16="http://schemas.microsoft.com/office/drawing/2014/main" id="{E88CBA03-8F50-B545-A32B-4EB8051F12C7}"/>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6" name="Gruppieren 8">
            <a:extLst>
              <a:ext uri="{FF2B5EF4-FFF2-40B4-BE49-F238E27FC236}">
                <a16:creationId xmlns:a16="http://schemas.microsoft.com/office/drawing/2014/main" id="{4F193AEC-6C33-5D16-E8BD-11008ABD0D26}"/>
              </a:ext>
            </a:extLst>
          </p:cNvPr>
          <p:cNvGrpSpPr>
            <a:grpSpLocks/>
          </p:cNvGrpSpPr>
          <p:nvPr userDrawn="1"/>
        </p:nvGrpSpPr>
        <p:grpSpPr bwMode="gray">
          <a:xfrm>
            <a:off x="10710878" y="368659"/>
            <a:ext cx="861983" cy="309203"/>
            <a:chOff x="11189494" y="381000"/>
            <a:chExt cx="621506" cy="222941"/>
          </a:xfrm>
        </p:grpSpPr>
        <p:sp>
          <p:nvSpPr>
            <p:cNvPr id="12" name="Freihandform: Form 9">
              <a:extLst>
                <a:ext uri="{FF2B5EF4-FFF2-40B4-BE49-F238E27FC236}">
                  <a16:creationId xmlns:a16="http://schemas.microsoft.com/office/drawing/2014/main" id="{BA3CA40A-7851-2B35-5B5A-35D208E1840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3" name="Freihandform: Form 10">
              <a:extLst>
                <a:ext uri="{FF2B5EF4-FFF2-40B4-BE49-F238E27FC236}">
                  <a16:creationId xmlns:a16="http://schemas.microsoft.com/office/drawing/2014/main" id="{E7EC9A8E-93DF-7D38-89A8-78C0093850F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17173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300"/>
            <a:ext cx="1728788" cy="1008063"/>
          </a:xfrm>
        </p:spPr>
        <p:txBody>
          <a:bodyPr tIns="252000"/>
          <a:lstStyle>
            <a:lvl1pPr>
              <a:defRPr sz="2100">
                <a:solidFill>
                  <a:schemeClr val="bg1"/>
                </a:solidFill>
              </a:defRPr>
            </a:lvl1pPr>
          </a:lstStyle>
          <a:p>
            <a:r>
              <a:rPr lang="en-US" dirty="0"/>
              <a:t>Content</a:t>
            </a:r>
          </a:p>
        </p:txBody>
      </p:sp>
      <p:sp>
        <p:nvSpPr>
          <p:cNvPr id="6" name="Datumsplatzhalter 3">
            <a:extLst>
              <a:ext uri="{FF2B5EF4-FFF2-40B4-BE49-F238E27FC236}">
                <a16:creationId xmlns:a16="http://schemas.microsoft.com/office/drawing/2014/main" id="{C2C08001-0F3C-B494-75F8-9E71BBFF681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15" name="Fußzeilenplatzhalter 4">
            <a:extLst>
              <a:ext uri="{FF2B5EF4-FFF2-40B4-BE49-F238E27FC236}">
                <a16:creationId xmlns:a16="http://schemas.microsoft.com/office/drawing/2014/main" id="{B6259812-E65C-E700-2748-83B9B6FC5AE1}"/>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16" name="Foliennummernplatzhalter 5">
            <a:extLst>
              <a:ext uri="{FF2B5EF4-FFF2-40B4-BE49-F238E27FC236}">
                <a16:creationId xmlns:a16="http://schemas.microsoft.com/office/drawing/2014/main" id="{09484FD1-E4AD-217E-F687-4A210DD2A549}"/>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4" name="Gruppieren 8">
            <a:extLst>
              <a:ext uri="{FF2B5EF4-FFF2-40B4-BE49-F238E27FC236}">
                <a16:creationId xmlns:a16="http://schemas.microsoft.com/office/drawing/2014/main" id="{76DED8B8-EFA6-718F-9119-0912343D0EB1}"/>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234776EF-E104-BAD6-7E97-FEE9CFC66A6D}"/>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2" name="Freihandform: Form 10">
              <a:extLst>
                <a:ext uri="{FF2B5EF4-FFF2-40B4-BE49-F238E27FC236}">
                  <a16:creationId xmlns:a16="http://schemas.microsoft.com/office/drawing/2014/main" id="{AB56C35B-7BF5-A86F-9241-BB993C9B0B8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8158AFF2-074B-D1FB-1C41-F829102F48FF}"/>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367585286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two-column">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9BE5E7D9-65C6-9061-D956-2409B92BA4B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4" name="Fußzeilenplatzhalter 4">
            <a:extLst>
              <a:ext uri="{FF2B5EF4-FFF2-40B4-BE49-F238E27FC236}">
                <a16:creationId xmlns:a16="http://schemas.microsoft.com/office/drawing/2014/main" id="{6AE2B0FA-73E6-CDD3-8A4F-6051AF035EA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5" name="Foliennummernplatzhalter 5">
            <a:extLst>
              <a:ext uri="{FF2B5EF4-FFF2-40B4-BE49-F238E27FC236}">
                <a16:creationId xmlns:a16="http://schemas.microsoft.com/office/drawing/2014/main" id="{03FB7E51-B660-A4E3-16CE-5C9FC11BF706}"/>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59902170-140E-DD1B-0ABE-04793B9D1C0F}"/>
              </a:ext>
            </a:extLst>
          </p:cNvPr>
          <p:cNvGrpSpPr>
            <a:grpSpLocks/>
          </p:cNvGrpSpPr>
          <p:nvPr userDrawn="1"/>
        </p:nvGrpSpPr>
        <p:grpSpPr bwMode="gray">
          <a:xfrm>
            <a:off x="10710878" y="368659"/>
            <a:ext cx="861983" cy="309203"/>
            <a:chOff x="11189494" y="381000"/>
            <a:chExt cx="621506" cy="222941"/>
          </a:xfrm>
        </p:grpSpPr>
        <p:sp>
          <p:nvSpPr>
            <p:cNvPr id="13" name="Freihandform: Form 9">
              <a:extLst>
                <a:ext uri="{FF2B5EF4-FFF2-40B4-BE49-F238E27FC236}">
                  <a16:creationId xmlns:a16="http://schemas.microsoft.com/office/drawing/2014/main" id="{C5FE5ADF-144A-6881-EE4F-B970B5A2EAE1}"/>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A0DD601B-ADFA-837B-6B1A-5F76F3B3FCB5}"/>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3D1336DF-F71A-7856-88D0-0CE77A6C8D38}"/>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21910064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two-column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659"/>
            <a:ext cx="1728788" cy="1007704"/>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7AE8D194-9EDA-738A-DC32-F2142FF7C4E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4" name="Fußzeilenplatzhalter 4">
            <a:extLst>
              <a:ext uri="{FF2B5EF4-FFF2-40B4-BE49-F238E27FC236}">
                <a16:creationId xmlns:a16="http://schemas.microsoft.com/office/drawing/2014/main" id="{05649568-1C2D-B202-63ED-CEE7405FD18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5" name="Foliennummernplatzhalter 5">
            <a:extLst>
              <a:ext uri="{FF2B5EF4-FFF2-40B4-BE49-F238E27FC236}">
                <a16:creationId xmlns:a16="http://schemas.microsoft.com/office/drawing/2014/main" id="{39B9F8B5-CDA2-B101-8FD8-AD3CDBA0C0DD}"/>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A6AB963E-1F0D-866D-E3FB-95098EBB08C9}"/>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13" name="Freihandform: Form 9">
              <a:extLst>
                <a:ext uri="{FF2B5EF4-FFF2-40B4-BE49-F238E27FC236}">
                  <a16:creationId xmlns:a16="http://schemas.microsoft.com/office/drawing/2014/main" id="{7F437339-9972-1104-C84E-3425CA29FA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E8490089-7E0F-697B-8A21-B674E637433E}"/>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1FB31B9B-7A37-361D-F7F6-4E6344A8A459}"/>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395865020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Divider</a:t>
            </a:r>
          </a:p>
        </p:txBody>
      </p:sp>
      <p:grpSp>
        <p:nvGrpSpPr>
          <p:cNvPr id="5" name="Gruppieren 4">
            <a:extLst>
              <a:ext uri="{FF2B5EF4-FFF2-40B4-BE49-F238E27FC236}">
                <a16:creationId xmlns:a16="http://schemas.microsoft.com/office/drawing/2014/main" id="{583ADA49-B8A9-2D5D-A571-94E5F1DD0F54}"/>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E2251FA2-90EB-2A45-FC37-A0304FBAD85F}"/>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61D9F5AD-F0AD-2CAA-880D-C238F5A4CFA7}"/>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25799927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F49F37-C71A-F97E-E3A7-139DDD7F9DA7}"/>
              </a:ext>
            </a:extLst>
          </p:cNvPr>
          <p:cNvSpPr>
            <a:spLocks noGrp="1"/>
          </p:cNvSpPr>
          <p:nvPr>
            <p:ph type="title" hasCustomPrompt="1"/>
          </p:nvPr>
        </p:nvSpPr>
        <p:spPr bwMode="black">
          <a:xfrm>
            <a:off x="371475" y="4041774"/>
            <a:ext cx="7561263" cy="2232025"/>
          </a:xfrm>
        </p:spPr>
        <p:txBody>
          <a:bodyPr tIns="72000"/>
          <a:lstStyle>
            <a:lvl1pPr>
              <a:defRPr sz="5000">
                <a:solidFill>
                  <a:schemeClr val="bg1"/>
                </a:solidFill>
              </a:defRPr>
            </a:lvl1pPr>
          </a:lstStyle>
          <a:p>
            <a:r>
              <a:rPr lang="en-US" dirty="0"/>
              <a:t>Add Title</a:t>
            </a:r>
          </a:p>
        </p:txBody>
      </p:sp>
      <p:sp>
        <p:nvSpPr>
          <p:cNvPr id="6" name="Datumsplatzhalter 3">
            <a:extLst>
              <a:ext uri="{FF2B5EF4-FFF2-40B4-BE49-F238E27FC236}">
                <a16:creationId xmlns:a16="http://schemas.microsoft.com/office/drawing/2014/main" id="{377F9694-8382-FAAE-BF69-4C4EF7EA399C}"/>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7" name="Fußzeilenplatzhalter 4">
            <a:extLst>
              <a:ext uri="{FF2B5EF4-FFF2-40B4-BE49-F238E27FC236}">
                <a16:creationId xmlns:a16="http://schemas.microsoft.com/office/drawing/2014/main" id="{1ACFB753-502E-F3E6-F47F-279E23DC208A}"/>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8" name="Foliennummernplatzhalter 5">
            <a:extLst>
              <a:ext uri="{FF2B5EF4-FFF2-40B4-BE49-F238E27FC236}">
                <a16:creationId xmlns:a16="http://schemas.microsoft.com/office/drawing/2014/main" id="{1960B388-4E4A-DE89-37D5-609461BF3A71}"/>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12" name="Bildplatzhalter 15">
            <a:extLst>
              <a:ext uri="{FF2B5EF4-FFF2-40B4-BE49-F238E27FC236}">
                <a16:creationId xmlns:a16="http://schemas.microsoft.com/office/drawing/2014/main" id="{FF8578ED-5C80-7F30-EAC9-58EF35B54256}"/>
              </a:ext>
            </a:extLst>
          </p:cNvPr>
          <p:cNvSpPr>
            <a:spLocks noGrp="1"/>
          </p:cNvSpPr>
          <p:nvPr>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Textplatzhalter 13">
            <a:extLst>
              <a:ext uri="{FF2B5EF4-FFF2-40B4-BE49-F238E27FC236}">
                <a16:creationId xmlns:a16="http://schemas.microsoft.com/office/drawing/2014/main" id="{02A2A9F0-A69F-C43F-A107-E3FA32B328F0}"/>
              </a:ext>
            </a:extLst>
          </p:cNvPr>
          <p:cNvSpPr>
            <a:spLocks noGrp="1"/>
          </p:cNvSpPr>
          <p:nvPr>
            <p:ph type="body" sz="quarter" idx="14" hasCustomPrompt="1"/>
          </p:nvPr>
        </p:nvSpPr>
        <p:spPr bwMode="black">
          <a:xfrm>
            <a:off x="10091738" y="4041776"/>
            <a:ext cx="1726244" cy="365518"/>
          </a:xfrm>
        </p:spPr>
        <p:txBody>
          <a:bodyPr wrap="none" tIns="108000"/>
          <a:lstStyle>
            <a:lvl1pPr marL="0" indent="0" algn="r">
              <a:lnSpc>
                <a:spcPct val="110000"/>
              </a:lnSpc>
              <a:spcBef>
                <a:spcPts val="0"/>
              </a:spcBef>
              <a:spcAft>
                <a:spcPts val="0"/>
              </a:spcAft>
              <a:buFont typeface="Arial" panose="020B0604020202020204" pitchFamily="34" charset="0"/>
              <a:buNone/>
              <a:defRPr sz="1600" b="0">
                <a:solidFill>
                  <a:schemeClr val="bg1"/>
                </a:solidFill>
              </a:defRPr>
            </a:lvl1pPr>
            <a:lvl2pPr marL="0" indent="0" algn="r">
              <a:lnSpc>
                <a:spcPct val="110000"/>
              </a:lnSpc>
              <a:spcBef>
                <a:spcPts val="0"/>
              </a:spcBef>
              <a:spcAft>
                <a:spcPts val="0"/>
              </a:spcAft>
              <a:buNone/>
              <a:defRPr sz="1600" b="0">
                <a:solidFill>
                  <a:schemeClr val="bg1"/>
                </a:solidFill>
              </a:defRPr>
            </a:lvl2pPr>
            <a:lvl3pPr marL="0" indent="0" algn="r">
              <a:lnSpc>
                <a:spcPct val="110000"/>
              </a:lnSpc>
              <a:spcBef>
                <a:spcPts val="0"/>
              </a:spcBef>
              <a:spcAft>
                <a:spcPts val="0"/>
              </a:spcAft>
              <a:buFont typeface="Arial" panose="020B0604020202020204" pitchFamily="34" charset="0"/>
              <a:buNone/>
              <a:defRPr sz="1600" b="0">
                <a:solidFill>
                  <a:schemeClr val="bg1"/>
                </a:solidFill>
              </a:defRPr>
            </a:lvl3pPr>
            <a:lvl4pPr marL="0" indent="0" algn="r">
              <a:lnSpc>
                <a:spcPct val="110000"/>
              </a:lnSpc>
              <a:spcBef>
                <a:spcPts val="0"/>
              </a:spcBef>
              <a:spcAft>
                <a:spcPts val="0"/>
              </a:spcAft>
              <a:buNone/>
              <a:defRPr sz="1600" b="0">
                <a:solidFill>
                  <a:schemeClr val="bg1"/>
                </a:solidFill>
              </a:defRPr>
            </a:lvl4pPr>
            <a:lvl5pPr marL="0" indent="0" algn="r">
              <a:lnSpc>
                <a:spcPct val="110000"/>
              </a:lnSpc>
              <a:spcBef>
                <a:spcPts val="0"/>
              </a:spcBef>
              <a:spcAft>
                <a:spcPts val="0"/>
              </a:spcAft>
              <a:buFont typeface="Arial" panose="020B0604020202020204" pitchFamily="34" charset="0"/>
              <a:buNone/>
              <a:defRPr sz="1600" b="0">
                <a:solidFill>
                  <a:schemeClr val="bg1"/>
                </a:solidFill>
              </a:defRPr>
            </a:lvl5pPr>
            <a:lvl6pPr marL="0" indent="0" algn="r">
              <a:lnSpc>
                <a:spcPct val="110000"/>
              </a:lnSpc>
              <a:spcBef>
                <a:spcPts val="0"/>
              </a:spcBef>
              <a:spcAft>
                <a:spcPts val="0"/>
              </a:spcAft>
              <a:buFont typeface="Arial" panose="020B0604020202020204" pitchFamily="34" charset="0"/>
              <a:buNone/>
              <a:defRPr sz="1600" b="0">
                <a:solidFill>
                  <a:schemeClr val="bg1"/>
                </a:solidFill>
              </a:defRPr>
            </a:lvl6pPr>
            <a:lvl7pPr marL="0" indent="0" algn="r">
              <a:lnSpc>
                <a:spcPct val="110000"/>
              </a:lnSpc>
              <a:spcBef>
                <a:spcPts val="0"/>
              </a:spcBef>
              <a:spcAft>
                <a:spcPts val="0"/>
              </a:spcAft>
              <a:buFont typeface="Arial" panose="020B0604020202020204" pitchFamily="34" charset="0"/>
              <a:buNone/>
              <a:defRPr sz="1600" b="0">
                <a:solidFill>
                  <a:schemeClr val="bg1"/>
                </a:solidFill>
              </a:defRPr>
            </a:lvl7pPr>
            <a:lvl8pPr marL="0" indent="0" algn="r">
              <a:lnSpc>
                <a:spcPct val="110000"/>
              </a:lnSpc>
              <a:spcBef>
                <a:spcPts val="0"/>
              </a:spcBef>
              <a:spcAft>
                <a:spcPts val="0"/>
              </a:spcAft>
              <a:buFont typeface="Arial" panose="020B0604020202020204" pitchFamily="34" charset="0"/>
              <a:buNone/>
              <a:defRPr sz="1600" b="0">
                <a:solidFill>
                  <a:schemeClr val="bg1"/>
                </a:solidFill>
              </a:defRPr>
            </a:lvl8pPr>
            <a:lvl9pPr marL="0" indent="0" algn="r">
              <a:lnSpc>
                <a:spcPct val="110000"/>
              </a:lnSpc>
              <a:spcBef>
                <a:spcPts val="0"/>
              </a:spcBef>
              <a:spcAft>
                <a:spcPts val="0"/>
              </a:spcAft>
              <a:buFont typeface="Arial" panose="020B0604020202020204" pitchFamily="34" charset="0"/>
              <a:buNone/>
              <a:defRPr sz="1600" b="0">
                <a:solidFill>
                  <a:schemeClr val="bg1"/>
                </a:solidFill>
              </a:defRPr>
            </a:lvl9pPr>
          </a:lstStyle>
          <a:p>
            <a:pPr lvl="0"/>
            <a:r>
              <a:rPr lang="en-US" dirty="0"/>
              <a:t>Chapter</a:t>
            </a:r>
          </a:p>
        </p:txBody>
      </p:sp>
      <p:sp>
        <p:nvSpPr>
          <p:cNvPr id="17" name="Textplatzhalter 13">
            <a:extLst>
              <a:ext uri="{FF2B5EF4-FFF2-40B4-BE49-F238E27FC236}">
                <a16:creationId xmlns:a16="http://schemas.microsoft.com/office/drawing/2014/main" id="{4FC48BF4-7798-9F53-9DFC-ED348CD6B098}"/>
              </a:ext>
            </a:extLst>
          </p:cNvPr>
          <p:cNvSpPr>
            <a:spLocks noGrp="1"/>
          </p:cNvSpPr>
          <p:nvPr>
            <p:ph type="body" sz="quarter" idx="15" hasCustomPrompt="1"/>
          </p:nvPr>
        </p:nvSpPr>
        <p:spPr bwMode="black">
          <a:xfrm>
            <a:off x="10091738" y="4407464"/>
            <a:ext cx="1726244" cy="858274"/>
          </a:xfrm>
        </p:spPr>
        <p:txBody>
          <a:bodyPr wrap="none" tIns="0"/>
          <a:lstStyle>
            <a:lvl1pPr marL="0" indent="0" algn="r">
              <a:lnSpc>
                <a:spcPct val="85000"/>
              </a:lnSpc>
              <a:spcBef>
                <a:spcPts val="0"/>
              </a:spcBef>
              <a:spcAft>
                <a:spcPts val="0"/>
              </a:spcAft>
              <a:buFont typeface="Arial" panose="020B0604020202020204" pitchFamily="34" charset="0"/>
              <a:buNone/>
              <a:defRPr sz="5000" b="0">
                <a:solidFill>
                  <a:schemeClr val="bg1">
                    <a:alpha val="60000"/>
                  </a:schemeClr>
                </a:solidFill>
                <a:latin typeface="+mj-lt"/>
              </a:defRPr>
            </a:lvl1pPr>
            <a:lvl2pPr marL="0" indent="0" algn="r">
              <a:lnSpc>
                <a:spcPct val="110000"/>
              </a:lnSpc>
              <a:spcBef>
                <a:spcPts val="0"/>
              </a:spcBef>
              <a:spcAft>
                <a:spcPts val="0"/>
              </a:spcAft>
              <a:buNone/>
              <a:defRPr sz="5000" b="0">
                <a:solidFill>
                  <a:schemeClr val="accent1">
                    <a:lumMod val="20000"/>
                    <a:lumOff val="80000"/>
                  </a:schemeClr>
                </a:solidFill>
                <a:latin typeface="+mj-lt"/>
              </a:defRPr>
            </a:lvl2pPr>
            <a:lvl3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3pPr>
            <a:lvl4pPr marL="0" indent="0" algn="r">
              <a:lnSpc>
                <a:spcPct val="110000"/>
              </a:lnSpc>
              <a:spcBef>
                <a:spcPts val="0"/>
              </a:spcBef>
              <a:spcAft>
                <a:spcPts val="0"/>
              </a:spcAft>
              <a:buNone/>
              <a:defRPr sz="5000" b="0">
                <a:solidFill>
                  <a:schemeClr val="accent1">
                    <a:lumMod val="20000"/>
                    <a:lumOff val="80000"/>
                  </a:schemeClr>
                </a:solidFill>
                <a:latin typeface="+mj-lt"/>
              </a:defRPr>
            </a:lvl4pPr>
            <a:lvl5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5pPr>
            <a:lvl6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6pPr>
            <a:lvl7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7pPr>
            <a:lvl8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8pPr>
            <a:lvl9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9pPr>
          </a:lstStyle>
          <a:p>
            <a:pPr lvl="0"/>
            <a:r>
              <a:rPr lang="en-US" dirty="0"/>
              <a:t>00</a:t>
            </a:r>
          </a:p>
        </p:txBody>
      </p:sp>
      <p:sp>
        <p:nvSpPr>
          <p:cNvPr id="3" name="Rechteck 2">
            <a:extLst>
              <a:ext uri="{FF2B5EF4-FFF2-40B4-BE49-F238E27FC236}">
                <a16:creationId xmlns:a16="http://schemas.microsoft.com/office/drawing/2014/main" id="{38A65190-0278-D712-7185-458914BDE89A}"/>
              </a:ext>
            </a:extLst>
          </p:cNvPr>
          <p:cNvSpPr/>
          <p:nvPr userDrawn="1"/>
        </p:nvSpPr>
        <p:spPr bwMode="gray">
          <a:xfrm>
            <a:off x="12252684" y="4041774"/>
            <a:ext cx="1908212" cy="1835498"/>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t"/>
          <a:lstStyle/>
          <a:p>
            <a:pPr algn="l"/>
            <a:r>
              <a:rPr lang="en-US" sz="1000" b="1" dirty="0">
                <a:solidFill>
                  <a:schemeClr val="tx1"/>
                </a:solidFill>
              </a:rPr>
              <a:t>Divider Slide</a:t>
            </a:r>
          </a:p>
          <a:p>
            <a:pPr algn="l"/>
            <a:r>
              <a:rPr lang="en-US" sz="1000" dirty="0">
                <a:solidFill>
                  <a:schemeClr val="tx1"/>
                </a:solidFill>
              </a:rPr>
              <a:t>For a better overview, the color of the chapter separator can be adjusted.</a:t>
            </a:r>
          </a:p>
          <a:p>
            <a:pPr algn="l"/>
            <a:endParaRPr lang="en-US" sz="1000" dirty="0">
              <a:solidFill>
                <a:schemeClr val="tx1"/>
              </a:solidFill>
            </a:endParaRPr>
          </a:p>
          <a:p>
            <a:pPr algn="l"/>
            <a:r>
              <a:rPr lang="en-US" sz="1000" dirty="0">
                <a:solidFill>
                  <a:schemeClr val="tx1"/>
                </a:solidFill>
              </a:rPr>
              <a:t>Right-click next to the slide, </a:t>
            </a:r>
            <a:r>
              <a:rPr lang="en-US" sz="1000" b="1" dirty="0">
                <a:solidFill>
                  <a:schemeClr val="tx1"/>
                </a:solidFill>
              </a:rPr>
              <a:t>Format background</a:t>
            </a:r>
            <a:r>
              <a:rPr lang="en-US" sz="1000" dirty="0">
                <a:solidFill>
                  <a:schemeClr val="tx1"/>
                </a:solidFill>
              </a:rPr>
              <a:t>, select </a:t>
            </a:r>
            <a:r>
              <a:rPr lang="en-US" sz="1000" b="1" dirty="0">
                <a:solidFill>
                  <a:schemeClr val="tx1"/>
                </a:solidFill>
              </a:rPr>
              <a:t>Theme Colors</a:t>
            </a:r>
            <a:r>
              <a:rPr lang="en-US" sz="1000" dirty="0">
                <a:solidFill>
                  <a:schemeClr val="tx1"/>
                </a:solidFill>
              </a:rPr>
              <a:t>.</a:t>
            </a:r>
            <a:endParaRPr lang="en-US" sz="1000" b="1" dirty="0">
              <a:solidFill>
                <a:schemeClr val="tx1"/>
              </a:solidFill>
            </a:endParaRPr>
          </a:p>
        </p:txBody>
      </p:sp>
      <p:sp>
        <p:nvSpPr>
          <p:cNvPr id="4" name="Rechteck: abgerundete Ecken 3">
            <a:extLst>
              <a:ext uri="{FF2B5EF4-FFF2-40B4-BE49-F238E27FC236}">
                <a16:creationId xmlns:a16="http://schemas.microsoft.com/office/drawing/2014/main" id="{60105423-6B46-120A-0BA8-0B71D20B9EDB}"/>
              </a:ext>
            </a:extLst>
          </p:cNvPr>
          <p:cNvSpPr/>
          <p:nvPr userDrawn="1"/>
        </p:nvSpPr>
        <p:spPr bwMode="gray">
          <a:xfrm>
            <a:off x="12396701" y="5528853"/>
            <a:ext cx="193667" cy="193667"/>
          </a:xfrm>
          <a:prstGeom prst="roundRect">
            <a:avLst>
              <a:gd name="adj" fmla="val 23225"/>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5" name="Rechteck: abgerundete Ecken 4">
            <a:extLst>
              <a:ext uri="{FF2B5EF4-FFF2-40B4-BE49-F238E27FC236}">
                <a16:creationId xmlns:a16="http://schemas.microsoft.com/office/drawing/2014/main" id="{C49502F4-B000-C269-8071-9A63E2A72653}"/>
              </a:ext>
            </a:extLst>
          </p:cNvPr>
          <p:cNvSpPr/>
          <p:nvPr userDrawn="1"/>
        </p:nvSpPr>
        <p:spPr bwMode="gray">
          <a:xfrm>
            <a:off x="12616451" y="5528853"/>
            <a:ext cx="193667" cy="193667"/>
          </a:xfrm>
          <a:prstGeom prst="roundRect">
            <a:avLst>
              <a:gd name="adj" fmla="val 23225"/>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3" name="Rechteck: abgerundete Ecken 12">
            <a:extLst>
              <a:ext uri="{FF2B5EF4-FFF2-40B4-BE49-F238E27FC236}">
                <a16:creationId xmlns:a16="http://schemas.microsoft.com/office/drawing/2014/main" id="{7E2FD37A-1CC6-89FD-5DDD-E6570ACC76CE}"/>
              </a:ext>
            </a:extLst>
          </p:cNvPr>
          <p:cNvSpPr/>
          <p:nvPr userDrawn="1"/>
        </p:nvSpPr>
        <p:spPr bwMode="gray">
          <a:xfrm>
            <a:off x="12836201" y="5528853"/>
            <a:ext cx="193667" cy="193667"/>
          </a:xfrm>
          <a:prstGeom prst="roundRect">
            <a:avLst>
              <a:gd name="adj" fmla="val 23225"/>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5" name="Rechteck: abgerundete Ecken 14">
            <a:extLst>
              <a:ext uri="{FF2B5EF4-FFF2-40B4-BE49-F238E27FC236}">
                <a16:creationId xmlns:a16="http://schemas.microsoft.com/office/drawing/2014/main" id="{F39F4507-52B0-54F8-D940-968CA169441A}"/>
              </a:ext>
            </a:extLst>
          </p:cNvPr>
          <p:cNvSpPr/>
          <p:nvPr userDrawn="1"/>
        </p:nvSpPr>
        <p:spPr bwMode="gray">
          <a:xfrm>
            <a:off x="13055951" y="5528853"/>
            <a:ext cx="193667" cy="193667"/>
          </a:xfrm>
          <a:prstGeom prst="roundRect">
            <a:avLst>
              <a:gd name="adj" fmla="val 23225"/>
            </a:avLst>
          </a:prstGeom>
          <a:solidFill>
            <a:schemeClr val="accent3"/>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6" name="Rechteck: abgerundete Ecken 15">
            <a:extLst>
              <a:ext uri="{FF2B5EF4-FFF2-40B4-BE49-F238E27FC236}">
                <a16:creationId xmlns:a16="http://schemas.microsoft.com/office/drawing/2014/main" id="{1057D053-9A95-35E0-0244-4F994B98FF23}"/>
              </a:ext>
            </a:extLst>
          </p:cNvPr>
          <p:cNvSpPr/>
          <p:nvPr userDrawn="1"/>
        </p:nvSpPr>
        <p:spPr bwMode="gray">
          <a:xfrm>
            <a:off x="13275701" y="5528853"/>
            <a:ext cx="193667" cy="193667"/>
          </a:xfrm>
          <a:prstGeom prst="roundRect">
            <a:avLst>
              <a:gd name="adj" fmla="val 23225"/>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8" name="Rechteck: abgerundete Ecken 17">
            <a:extLst>
              <a:ext uri="{FF2B5EF4-FFF2-40B4-BE49-F238E27FC236}">
                <a16:creationId xmlns:a16="http://schemas.microsoft.com/office/drawing/2014/main" id="{3F5C6E84-2A68-9158-2D5F-E1AB8B02124C}"/>
              </a:ext>
            </a:extLst>
          </p:cNvPr>
          <p:cNvSpPr/>
          <p:nvPr userDrawn="1"/>
        </p:nvSpPr>
        <p:spPr bwMode="gray">
          <a:xfrm>
            <a:off x="13495450" y="5528853"/>
            <a:ext cx="193667" cy="193667"/>
          </a:xfrm>
          <a:prstGeom prst="roundRect">
            <a:avLst>
              <a:gd name="adj" fmla="val 23225"/>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9" name="Rechteck: abgerundete Ecken 18">
            <a:extLst>
              <a:ext uri="{FF2B5EF4-FFF2-40B4-BE49-F238E27FC236}">
                <a16:creationId xmlns:a16="http://schemas.microsoft.com/office/drawing/2014/main" id="{0AE386D5-4201-6C21-55BF-AE30828A74FF}"/>
              </a:ext>
            </a:extLst>
          </p:cNvPr>
          <p:cNvSpPr/>
          <p:nvPr userDrawn="1"/>
        </p:nvSpPr>
        <p:spPr bwMode="gray">
          <a:xfrm>
            <a:off x="13715202" y="5528853"/>
            <a:ext cx="193667" cy="193667"/>
          </a:xfrm>
          <a:prstGeom prst="roundRect">
            <a:avLst>
              <a:gd name="adj" fmla="val 23225"/>
            </a:avLst>
          </a:prstGeom>
          <a:solidFill>
            <a:schemeClr val="accent6"/>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23" name="Freeform: Shape 22">
            <a:extLst>
              <a:ext uri="{FF2B5EF4-FFF2-40B4-BE49-F238E27FC236}">
                <a16:creationId xmlns:a16="http://schemas.microsoft.com/office/drawing/2014/main" id="{EFCCD13C-13DF-D323-4F51-3921028E77C1}"/>
              </a:ext>
            </a:extLst>
          </p:cNvPr>
          <p:cNvSpPr>
            <a:spLocks/>
          </p:cNvSpPr>
          <p:nvPr/>
        </p:nvSpPr>
        <p:spPr bwMode="gray">
          <a:xfrm>
            <a:off x="11140463" y="6437457"/>
            <a:ext cx="689586" cy="247362"/>
          </a:xfrm>
          <a:custGeom>
            <a:avLst/>
            <a:gdLst>
              <a:gd name="connsiteX0" fmla="*/ 658049 w 861983"/>
              <a:gd name="connsiteY0" fmla="*/ 308 h 309203"/>
              <a:gd name="connsiteX1" fmla="*/ 861983 w 861983"/>
              <a:gd name="connsiteY1" fmla="*/ 308 h 309203"/>
              <a:gd name="connsiteX2" fmla="*/ 861983 w 861983"/>
              <a:gd name="connsiteY2" fmla="*/ 69770 h 309203"/>
              <a:gd name="connsiteX3" fmla="*/ 802345 w 861983"/>
              <a:gd name="connsiteY3" fmla="*/ 69770 h 309203"/>
              <a:gd name="connsiteX4" fmla="*/ 802345 w 861983"/>
              <a:gd name="connsiteY4" fmla="*/ 309203 h 309203"/>
              <a:gd name="connsiteX5" fmla="*/ 717687 w 861983"/>
              <a:gd name="connsiteY5" fmla="*/ 309203 h 309203"/>
              <a:gd name="connsiteX6" fmla="*/ 717687 w 861983"/>
              <a:gd name="connsiteY6" fmla="*/ 69770 h 309203"/>
              <a:gd name="connsiteX7" fmla="*/ 658049 w 861983"/>
              <a:gd name="connsiteY7" fmla="*/ 69770 h 309203"/>
              <a:gd name="connsiteX8" fmla="*/ 553088 w 861983"/>
              <a:gd name="connsiteY8" fmla="*/ 308 h 309203"/>
              <a:gd name="connsiteX9" fmla="*/ 637743 w 861983"/>
              <a:gd name="connsiteY9" fmla="*/ 308 h 309203"/>
              <a:gd name="connsiteX10" fmla="*/ 637743 w 861983"/>
              <a:gd name="connsiteY10" fmla="*/ 308895 h 309203"/>
              <a:gd name="connsiteX11" fmla="*/ 553088 w 861983"/>
              <a:gd name="connsiteY11" fmla="*/ 308895 h 309203"/>
              <a:gd name="connsiteX12" fmla="*/ 310128 w 861983"/>
              <a:gd name="connsiteY12" fmla="*/ 308 h 309203"/>
              <a:gd name="connsiteX13" fmla="*/ 312683 w 861983"/>
              <a:gd name="connsiteY13" fmla="*/ 308 h 309203"/>
              <a:gd name="connsiteX14" fmla="*/ 312375 w 861983"/>
              <a:gd name="connsiteY14" fmla="*/ 308893 h 309203"/>
              <a:gd name="connsiteX15" fmla="*/ 312376 w 861983"/>
              <a:gd name="connsiteY15" fmla="*/ 308894 h 309203"/>
              <a:gd name="connsiteX16" fmla="*/ 312375 w 861983"/>
              <a:gd name="connsiteY16" fmla="*/ 308894 h 309203"/>
              <a:gd name="connsiteX17" fmla="*/ 312375 w 861983"/>
              <a:gd name="connsiteY17" fmla="*/ 308895 h 309203"/>
              <a:gd name="connsiteX18" fmla="*/ 312330 w 861983"/>
              <a:gd name="connsiteY18" fmla="*/ 308895 h 309203"/>
              <a:gd name="connsiteX19" fmla="*/ 312330 w 861983"/>
              <a:gd name="connsiteY19" fmla="*/ 308894 h 309203"/>
              <a:gd name="connsiteX20" fmla="*/ 0 w 861983"/>
              <a:gd name="connsiteY20" fmla="*/ 308894 h 309203"/>
              <a:gd name="connsiteX21" fmla="*/ 9822 w 861983"/>
              <a:gd name="connsiteY21" fmla="*/ 233400 h 309203"/>
              <a:gd name="connsiteX22" fmla="*/ 312327 w 861983"/>
              <a:gd name="connsiteY22" fmla="*/ 308882 h 309203"/>
              <a:gd name="connsiteX23" fmla="*/ 312324 w 861983"/>
              <a:gd name="connsiteY23" fmla="*/ 308870 h 309203"/>
              <a:gd name="connsiteX24" fmla="*/ 30128 w 861983"/>
              <a:gd name="connsiteY24" fmla="*/ 177592 h 309203"/>
              <a:gd name="connsiteX25" fmla="*/ 71047 w 861983"/>
              <a:gd name="connsiteY25" fmla="*/ 113197 h 309203"/>
              <a:gd name="connsiteX26" fmla="*/ 312318 w 861983"/>
              <a:gd name="connsiteY26" fmla="*/ 308847 h 309203"/>
              <a:gd name="connsiteX27" fmla="*/ 312293 w 861983"/>
              <a:gd name="connsiteY27" fmla="*/ 308749 h 309203"/>
              <a:gd name="connsiteX28" fmla="*/ 116061 w 861983"/>
              <a:gd name="connsiteY28" fmla="*/ 68799 h 309203"/>
              <a:gd name="connsiteX29" fmla="*/ 180765 w 861983"/>
              <a:gd name="connsiteY29" fmla="*/ 28848 h 309203"/>
              <a:gd name="connsiteX30" fmla="*/ 312277 w 861983"/>
              <a:gd name="connsiteY30" fmla="*/ 308685 h 309203"/>
              <a:gd name="connsiteX31" fmla="*/ 237188 w 861983"/>
              <a:gd name="connsiteY31" fmla="*/ 9205 h 309203"/>
              <a:gd name="connsiteX32" fmla="*/ 310128 w 861983"/>
              <a:gd name="connsiteY32" fmla="*/ 308 h 309203"/>
              <a:gd name="connsiteX33" fmla="*/ 441123 w 861983"/>
              <a:gd name="connsiteY33" fmla="*/ 0 h 309203"/>
              <a:gd name="connsiteX34" fmla="*/ 538155 w 861983"/>
              <a:gd name="connsiteY34" fmla="*/ 0 h 309203"/>
              <a:gd name="connsiteX35" fmla="*/ 413197 w 861983"/>
              <a:gd name="connsiteY35" fmla="*/ 155394 h 309203"/>
              <a:gd name="connsiteX36" fmla="*/ 538772 w 861983"/>
              <a:gd name="connsiteY36" fmla="*/ 308895 h 309203"/>
              <a:gd name="connsiteX37" fmla="*/ 444646 w 861983"/>
              <a:gd name="connsiteY37" fmla="*/ 308895 h 309203"/>
              <a:gd name="connsiteX38" fmla="*/ 332681 w 861983"/>
              <a:gd name="connsiteY38" fmla="*/ 188693 h 309203"/>
              <a:gd name="connsiteX39" fmla="*/ 332681 w 861983"/>
              <a:gd name="connsiteY39" fmla="*/ 119895 h 309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61983" h="309203">
                <a:moveTo>
                  <a:pt x="658049" y="308"/>
                </a:moveTo>
                <a:lnTo>
                  <a:pt x="861983" y="308"/>
                </a:lnTo>
                <a:lnTo>
                  <a:pt x="861983" y="69770"/>
                </a:lnTo>
                <a:lnTo>
                  <a:pt x="802345" y="69770"/>
                </a:lnTo>
                <a:lnTo>
                  <a:pt x="802345" y="309203"/>
                </a:lnTo>
                <a:lnTo>
                  <a:pt x="717687" y="309203"/>
                </a:lnTo>
                <a:lnTo>
                  <a:pt x="717687" y="69770"/>
                </a:lnTo>
                <a:lnTo>
                  <a:pt x="658049" y="69770"/>
                </a:lnTo>
                <a:close/>
                <a:moveTo>
                  <a:pt x="553088" y="308"/>
                </a:moveTo>
                <a:lnTo>
                  <a:pt x="637743" y="308"/>
                </a:lnTo>
                <a:lnTo>
                  <a:pt x="637743" y="308895"/>
                </a:lnTo>
                <a:lnTo>
                  <a:pt x="553088" y="308895"/>
                </a:lnTo>
                <a:close/>
                <a:moveTo>
                  <a:pt x="310128" y="308"/>
                </a:moveTo>
                <a:lnTo>
                  <a:pt x="312683" y="308"/>
                </a:lnTo>
                <a:lnTo>
                  <a:pt x="312375" y="308893"/>
                </a:lnTo>
                <a:lnTo>
                  <a:pt x="312376" y="308894"/>
                </a:lnTo>
                <a:lnTo>
                  <a:pt x="312375" y="308894"/>
                </a:lnTo>
                <a:lnTo>
                  <a:pt x="312375" y="308895"/>
                </a:lnTo>
                <a:lnTo>
                  <a:pt x="312330" y="308895"/>
                </a:lnTo>
                <a:lnTo>
                  <a:pt x="312330" y="308894"/>
                </a:lnTo>
                <a:lnTo>
                  <a:pt x="0" y="308894"/>
                </a:lnTo>
                <a:cubicBezTo>
                  <a:pt x="308" y="282863"/>
                  <a:pt x="3480" y="257493"/>
                  <a:pt x="9822" y="233400"/>
                </a:cubicBezTo>
                <a:lnTo>
                  <a:pt x="312327" y="308882"/>
                </a:lnTo>
                <a:lnTo>
                  <a:pt x="312324" y="308870"/>
                </a:lnTo>
                <a:lnTo>
                  <a:pt x="30128" y="177592"/>
                </a:lnTo>
                <a:cubicBezTo>
                  <a:pt x="40920" y="154425"/>
                  <a:pt x="54882" y="132842"/>
                  <a:pt x="71047" y="113197"/>
                </a:cubicBezTo>
                <a:lnTo>
                  <a:pt x="312318" y="308847"/>
                </a:lnTo>
                <a:lnTo>
                  <a:pt x="312293" y="308749"/>
                </a:lnTo>
                <a:lnTo>
                  <a:pt x="116061" y="68799"/>
                </a:lnTo>
                <a:cubicBezTo>
                  <a:pt x="135750" y="52942"/>
                  <a:pt x="157289" y="39640"/>
                  <a:pt x="180765" y="28848"/>
                </a:cubicBezTo>
                <a:lnTo>
                  <a:pt x="312277" y="308685"/>
                </a:lnTo>
                <a:lnTo>
                  <a:pt x="237188" y="9205"/>
                </a:lnTo>
                <a:cubicBezTo>
                  <a:pt x="260665" y="3480"/>
                  <a:pt x="285066" y="308"/>
                  <a:pt x="310128" y="308"/>
                </a:cubicBezTo>
                <a:close/>
                <a:moveTo>
                  <a:pt x="441123" y="0"/>
                </a:moveTo>
                <a:lnTo>
                  <a:pt x="538155" y="0"/>
                </a:lnTo>
                <a:lnTo>
                  <a:pt x="413197" y="155394"/>
                </a:lnTo>
                <a:lnTo>
                  <a:pt x="538772" y="308895"/>
                </a:lnTo>
                <a:lnTo>
                  <a:pt x="444646" y="308895"/>
                </a:lnTo>
                <a:lnTo>
                  <a:pt x="332681" y="188693"/>
                </a:lnTo>
                <a:lnTo>
                  <a:pt x="332681" y="119895"/>
                </a:lnTo>
                <a:close/>
              </a:path>
            </a:pathLst>
          </a:custGeom>
          <a:solidFill>
            <a:schemeClr val="bg1"/>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192334954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Slides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Slides</a:t>
            </a:r>
          </a:p>
        </p:txBody>
      </p:sp>
      <p:grpSp>
        <p:nvGrpSpPr>
          <p:cNvPr id="5" name="Gruppieren 4">
            <a:extLst>
              <a:ext uri="{FF2B5EF4-FFF2-40B4-BE49-F238E27FC236}">
                <a16:creationId xmlns:a16="http://schemas.microsoft.com/office/drawing/2014/main" id="{896487C8-3898-9A0D-C9F9-756ABF29CC7A}"/>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BB845C91-C89E-338E-C9EA-4C39346DFA55}"/>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176FA26C-F202-41D1-CD6E-898DF2DEBB09}"/>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228675471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7561264" cy="4684711"/>
          </a:xfrm>
        </p:spPr>
        <p:txBody>
          <a:bodyPr/>
          <a:lstStyle/>
          <a:p>
            <a:pPr lvl="0"/>
            <a:r>
              <a:rPr lang="en-US" dirty="0"/>
              <a:t>Add text</a:t>
            </a:r>
          </a:p>
        </p:txBody>
      </p:sp>
      <p:sp>
        <p:nvSpPr>
          <p:cNvPr id="3" name="Datumsplatzhalter 2">
            <a:extLst>
              <a:ext uri="{FF2B5EF4-FFF2-40B4-BE49-F238E27FC236}">
                <a16:creationId xmlns:a16="http://schemas.microsoft.com/office/drawing/2014/main" id="{39D431E4-E519-1234-FE33-E8AB80778016}"/>
              </a:ext>
            </a:extLst>
          </p:cNvPr>
          <p:cNvSpPr>
            <a:spLocks noGrp="1"/>
          </p:cNvSpPr>
          <p:nvPr>
            <p:ph type="dt" sz="half" idx="14"/>
          </p:nvPr>
        </p:nvSpPr>
        <p:spPr/>
        <p:txBody>
          <a:bodyPr/>
          <a:lstStyle/>
          <a:p>
            <a:endParaRPr lang="en-US" dirty="0"/>
          </a:p>
        </p:txBody>
      </p:sp>
      <p:sp>
        <p:nvSpPr>
          <p:cNvPr id="7" name="Fußzeilenplatzhalter 6">
            <a:extLst>
              <a:ext uri="{FF2B5EF4-FFF2-40B4-BE49-F238E27FC236}">
                <a16:creationId xmlns:a16="http://schemas.microsoft.com/office/drawing/2014/main" id="{138985F4-50E8-E270-E8DA-DC9A5DFEC66D}"/>
              </a:ext>
            </a:extLst>
          </p:cNvPr>
          <p:cNvSpPr>
            <a:spLocks noGrp="1"/>
          </p:cNvSpPr>
          <p:nvPr>
            <p:ph type="ftr" sz="quarter" idx="15"/>
          </p:nvPr>
        </p:nvSpPr>
        <p:spPr/>
        <p:txBody>
          <a:bodyPr/>
          <a:lstStyle/>
          <a:p>
            <a:r>
              <a:rPr lang="en-US"/>
              <a:t>Case Studies/ V-SUM-Integration  - C01-S • CRC 1608 Strategic Project to C01 • Patrick Grycz • 20.07.2026</a:t>
            </a:r>
            <a:endParaRPr lang="en-US" dirty="0"/>
          </a:p>
        </p:txBody>
      </p:sp>
      <p:sp>
        <p:nvSpPr>
          <p:cNvPr id="9" name="Foliennummernplatzhalter 8">
            <a:extLst>
              <a:ext uri="{FF2B5EF4-FFF2-40B4-BE49-F238E27FC236}">
                <a16:creationId xmlns:a16="http://schemas.microsoft.com/office/drawing/2014/main" id="{C811813F-F15B-6052-8D32-B7BF1C278A57}"/>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52735156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2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6203953" y="1592263"/>
            <a:ext cx="5616575" cy="4684711"/>
          </a:xfrm>
        </p:spPr>
        <p:txBody>
          <a:bodyPr/>
          <a:lstStyle/>
          <a:p>
            <a:pPr lvl="0"/>
            <a:r>
              <a:rPr lang="en-US" dirty="0"/>
              <a:t>Add text</a:t>
            </a:r>
          </a:p>
        </p:txBody>
      </p:sp>
      <p:sp>
        <p:nvSpPr>
          <p:cNvPr id="7" name="Datumsplatzhalter 6">
            <a:extLst>
              <a:ext uri="{FF2B5EF4-FFF2-40B4-BE49-F238E27FC236}">
                <a16:creationId xmlns:a16="http://schemas.microsoft.com/office/drawing/2014/main" id="{D89038B4-FE9D-E75E-CBA7-A4AFDD61FFEF}"/>
              </a:ext>
            </a:extLst>
          </p:cNvPr>
          <p:cNvSpPr>
            <a:spLocks noGrp="1"/>
          </p:cNvSpPr>
          <p:nvPr>
            <p:ph type="dt" sz="half" idx="15"/>
          </p:nvPr>
        </p:nvSpPr>
        <p:spPr/>
        <p:txBody>
          <a:bodyPr/>
          <a:lstStyle/>
          <a:p>
            <a:endParaRPr lang="en-US" dirty="0"/>
          </a:p>
        </p:txBody>
      </p:sp>
      <p:sp>
        <p:nvSpPr>
          <p:cNvPr id="9" name="Fußzeilenplatzhalter 8">
            <a:extLst>
              <a:ext uri="{FF2B5EF4-FFF2-40B4-BE49-F238E27FC236}">
                <a16:creationId xmlns:a16="http://schemas.microsoft.com/office/drawing/2014/main" id="{B3F8990C-EE9B-9FAE-C44C-270F39377E68}"/>
              </a:ext>
            </a:extLst>
          </p:cNvPr>
          <p:cNvSpPr>
            <a:spLocks noGrp="1"/>
          </p:cNvSpPr>
          <p:nvPr>
            <p:ph type="ftr" sz="quarter" idx="16"/>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BC8FCD27-29AE-82EA-3746-DBEB05327989}"/>
              </a:ext>
            </a:extLst>
          </p:cNvPr>
          <p:cNvSpPr>
            <a:spLocks noGrp="1"/>
          </p:cNvSpPr>
          <p:nvPr>
            <p:ph type="sldNum" sz="quarter" idx="1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68600972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3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59263" y="1598217"/>
            <a:ext cx="3671885"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8155944" y="1592263"/>
            <a:ext cx="3664582" cy="4684711"/>
          </a:xfrm>
        </p:spPr>
        <p:txBody>
          <a:bodyPr/>
          <a:lstStyle/>
          <a:p>
            <a:pPr lvl="0"/>
            <a:r>
              <a:rPr lang="en-US" dirty="0"/>
              <a:t>Add text</a:t>
            </a:r>
          </a:p>
        </p:txBody>
      </p:sp>
      <p:sp>
        <p:nvSpPr>
          <p:cNvPr id="9" name="Datumsplatzhalter 8">
            <a:extLst>
              <a:ext uri="{FF2B5EF4-FFF2-40B4-BE49-F238E27FC236}">
                <a16:creationId xmlns:a16="http://schemas.microsoft.com/office/drawing/2014/main" id="{DFCF9B44-89CE-5C78-E17A-E0D8DDD8AA0F}"/>
              </a:ext>
            </a:extLst>
          </p:cNvPr>
          <p:cNvSpPr>
            <a:spLocks noGrp="1"/>
          </p:cNvSpPr>
          <p:nvPr>
            <p:ph type="dt" sz="half" idx="16"/>
          </p:nvPr>
        </p:nvSpPr>
        <p:spPr/>
        <p:txBody>
          <a:bodyPr/>
          <a:lstStyle/>
          <a:p>
            <a:endParaRPr lang="en-US" dirty="0"/>
          </a:p>
        </p:txBody>
      </p:sp>
      <p:sp>
        <p:nvSpPr>
          <p:cNvPr id="10" name="Fußzeilenplatzhalter 9">
            <a:extLst>
              <a:ext uri="{FF2B5EF4-FFF2-40B4-BE49-F238E27FC236}">
                <a16:creationId xmlns:a16="http://schemas.microsoft.com/office/drawing/2014/main" id="{62B90CFD-7675-410D-5FBC-60FE99027A65}"/>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EEE605EC-0BAE-E682-2FEE-959934696D46}"/>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88418308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4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270033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3287713" y="1598217"/>
            <a:ext cx="2700339"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6203949" y="1592263"/>
            <a:ext cx="2700339" cy="4684711"/>
          </a:xfrm>
        </p:spPr>
        <p:txBody>
          <a:bodyPr/>
          <a:lstStyle/>
          <a:p>
            <a:pPr lvl="0"/>
            <a:r>
              <a:rPr lang="en-US" dirty="0"/>
              <a:t>Add text</a:t>
            </a:r>
          </a:p>
        </p:txBody>
      </p:sp>
      <p:sp>
        <p:nvSpPr>
          <p:cNvPr id="9" name="Textplatzhalter 7">
            <a:extLst>
              <a:ext uri="{FF2B5EF4-FFF2-40B4-BE49-F238E27FC236}">
                <a16:creationId xmlns:a16="http://schemas.microsoft.com/office/drawing/2014/main" id="{A18B540B-0C8C-E249-F263-396FA418CFDF}"/>
              </a:ext>
            </a:extLst>
          </p:cNvPr>
          <p:cNvSpPr>
            <a:spLocks noGrp="1"/>
          </p:cNvSpPr>
          <p:nvPr>
            <p:ph type="body" sz="quarter" idx="16" hasCustomPrompt="1"/>
          </p:nvPr>
        </p:nvSpPr>
        <p:spPr bwMode="gray">
          <a:xfrm>
            <a:off x="9120188" y="1592263"/>
            <a:ext cx="2700339" cy="4684711"/>
          </a:xfrm>
        </p:spPr>
        <p:txBody>
          <a:bodyPr/>
          <a:lstStyle/>
          <a:p>
            <a:pPr lvl="0"/>
            <a:r>
              <a:rPr lang="en-US" dirty="0"/>
              <a:t>Add text</a:t>
            </a:r>
          </a:p>
        </p:txBody>
      </p:sp>
      <p:sp>
        <p:nvSpPr>
          <p:cNvPr id="10" name="Datumsplatzhalter 9">
            <a:extLst>
              <a:ext uri="{FF2B5EF4-FFF2-40B4-BE49-F238E27FC236}">
                <a16:creationId xmlns:a16="http://schemas.microsoft.com/office/drawing/2014/main" id="{F6F2C2F2-A469-FDA9-4694-B14CE4D2B830}"/>
              </a:ext>
            </a:extLst>
          </p:cNvPr>
          <p:cNvSpPr>
            <a:spLocks noGrp="1"/>
          </p:cNvSpPr>
          <p:nvPr>
            <p:ph type="dt" sz="half" idx="17"/>
          </p:nvPr>
        </p:nvSpPr>
        <p:spPr/>
        <p:txBody>
          <a:bodyPr/>
          <a:lstStyle/>
          <a:p>
            <a:endParaRPr lang="en-US" dirty="0"/>
          </a:p>
        </p:txBody>
      </p:sp>
      <p:sp>
        <p:nvSpPr>
          <p:cNvPr id="11" name="Fußzeilenplatzhalter 10">
            <a:extLst>
              <a:ext uri="{FF2B5EF4-FFF2-40B4-BE49-F238E27FC236}">
                <a16:creationId xmlns:a16="http://schemas.microsoft.com/office/drawing/2014/main" id="{09FE437C-2FB5-8E53-12AF-758B9C09B968}"/>
              </a:ext>
            </a:extLst>
          </p:cNvPr>
          <p:cNvSpPr>
            <a:spLocks noGrp="1"/>
          </p:cNvSpPr>
          <p:nvPr>
            <p:ph type="ftr" sz="quarter" idx="18"/>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FC6255C4-5E26-8F03-0093-3FE830E79CD3}"/>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69105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ext and Picture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&amp; </a:t>
            </a:r>
            <a:br>
              <a:rPr lang="en-US" sz="12000" b="1" dirty="0">
                <a:solidFill>
                  <a:schemeClr val="bg1"/>
                </a:solidFill>
              </a:rPr>
            </a:br>
            <a:r>
              <a:rPr lang="en-US" sz="12000" b="1" dirty="0" err="1">
                <a:solidFill>
                  <a:schemeClr val="bg1"/>
                </a:solidFill>
              </a:rPr>
              <a:t>Pictue</a:t>
            </a:r>
            <a:endParaRPr lang="en-US" sz="12000" b="1" dirty="0">
              <a:solidFill>
                <a:schemeClr val="bg1"/>
              </a:solidFill>
            </a:endParaRPr>
          </a:p>
        </p:txBody>
      </p:sp>
      <p:grpSp>
        <p:nvGrpSpPr>
          <p:cNvPr id="5" name="Gruppieren 4">
            <a:extLst>
              <a:ext uri="{FF2B5EF4-FFF2-40B4-BE49-F238E27FC236}">
                <a16:creationId xmlns:a16="http://schemas.microsoft.com/office/drawing/2014/main" id="{ED91CF98-7E64-A92D-A585-8CE7EB1112F2}"/>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0DC14551-5FA4-58A0-A5D0-4712444E529A}"/>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CA816A33-7090-9599-A875-ED901DF398E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350420456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x Text and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1"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DD70B73C-0CF1-5C0D-6E7E-0F2140886ACB}"/>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F79FA06E-4A79-9BE7-7176-0CDABBFDEA0B}"/>
              </a:ext>
            </a:extLst>
          </p:cNvPr>
          <p:cNvSpPr>
            <a:spLocks noGrp="1"/>
          </p:cNvSpPr>
          <p:nvPr>
            <p:ph type="dt" sz="half" idx="16"/>
          </p:nvPr>
        </p:nvSpPr>
        <p:spPr/>
        <p:txBody>
          <a:bodyPr/>
          <a:lstStyle/>
          <a:p>
            <a:endParaRPr lang="en-US" dirty="0"/>
          </a:p>
        </p:txBody>
      </p:sp>
      <p:sp>
        <p:nvSpPr>
          <p:cNvPr id="11" name="Fußzeilenplatzhalter 10">
            <a:extLst>
              <a:ext uri="{FF2B5EF4-FFF2-40B4-BE49-F238E27FC236}">
                <a16:creationId xmlns:a16="http://schemas.microsoft.com/office/drawing/2014/main" id="{ECACCEBE-2A95-EBE4-CD9F-A6EDDA249675}"/>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4930C461-1671-0A4D-6841-C1DA8B5BA1B0}"/>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EA6D74CA-A6BA-B921-DEB9-D6A49E43D2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1492787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x Text and 2x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8F5116AB-EDC8-4AAB-4B23-B0F880D31161}"/>
              </a:ext>
            </a:extLst>
          </p:cNvPr>
          <p:cNvSpPr>
            <a:spLocks noGrp="1"/>
          </p:cNvSpPr>
          <p:nvPr>
            <p:ph type="pic" sz="quarter" idx="17" hasCustomPrompt="1"/>
          </p:nvPr>
        </p:nvSpPr>
        <p:spPr bwMode="gray">
          <a:xfrm>
            <a:off x="8148638" y="342900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Rechteck 9">
            <a:extLst>
              <a:ext uri="{FF2B5EF4-FFF2-40B4-BE49-F238E27FC236}">
                <a16:creationId xmlns:a16="http://schemas.microsoft.com/office/drawing/2014/main" id="{E76EE313-5AAA-A0EA-8444-811EFE1191D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1" name="Datumsplatzhalter 10">
            <a:extLst>
              <a:ext uri="{FF2B5EF4-FFF2-40B4-BE49-F238E27FC236}">
                <a16:creationId xmlns:a16="http://schemas.microsoft.com/office/drawing/2014/main" id="{A1FC182A-F96F-5221-873F-3B2B5AAB8E5D}"/>
              </a:ext>
            </a:extLst>
          </p:cNvPr>
          <p:cNvSpPr>
            <a:spLocks noGrp="1"/>
          </p:cNvSpPr>
          <p:nvPr>
            <p:ph type="dt" sz="half" idx="18"/>
          </p:nvPr>
        </p:nvSpPr>
        <p:spPr/>
        <p:txBody>
          <a:bodyPr/>
          <a:lstStyle/>
          <a:p>
            <a:endParaRPr lang="en-US" dirty="0"/>
          </a:p>
        </p:txBody>
      </p:sp>
      <p:sp>
        <p:nvSpPr>
          <p:cNvPr id="12" name="Fußzeilenplatzhalter 11">
            <a:extLst>
              <a:ext uri="{FF2B5EF4-FFF2-40B4-BE49-F238E27FC236}">
                <a16:creationId xmlns:a16="http://schemas.microsoft.com/office/drawing/2014/main" id="{32C1A369-5E22-F1DC-FC91-3E67E0891AA5}"/>
              </a:ext>
            </a:extLst>
          </p:cNvPr>
          <p:cNvSpPr>
            <a:spLocks noGrp="1"/>
          </p:cNvSpPr>
          <p:nvPr>
            <p:ph type="ftr" sz="quarter" idx="19"/>
          </p:nvPr>
        </p:nvSpPr>
        <p:spPr/>
        <p:txBody>
          <a:bodyPr/>
          <a:lstStyle/>
          <a:p>
            <a:r>
              <a:rPr lang="en-US"/>
              <a:t>Case Studies/ V-SUM-Integration  - C01-S • CRC 1608 Strategic Project to C01 • Patrick Grycz • 20.07.2026</a:t>
            </a:r>
            <a:endParaRPr lang="en-US" dirty="0"/>
          </a:p>
        </p:txBody>
      </p:sp>
      <p:sp>
        <p:nvSpPr>
          <p:cNvPr id="13" name="Foliennummernplatzhalter 12">
            <a:extLst>
              <a:ext uri="{FF2B5EF4-FFF2-40B4-BE49-F238E27FC236}">
                <a16:creationId xmlns:a16="http://schemas.microsoft.com/office/drawing/2014/main" id="{1294EBFA-1C3B-20E4-7E18-EADCA4BF01EB}"/>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687767C0-1F3D-3EB7-C35E-3DFC7F453F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9655202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ext and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6203950" y="1"/>
            <a:ext cx="5988049"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6D641E1-639F-0493-BBF6-89BD4203144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B2E2E680-3FF9-ABDB-21FE-FBA027792160}"/>
              </a:ext>
            </a:extLst>
          </p:cNvPr>
          <p:cNvSpPr>
            <a:spLocks noGrp="1"/>
          </p:cNvSpPr>
          <p:nvPr>
            <p:ph type="dt" sz="half" idx="22"/>
          </p:nvPr>
        </p:nvSpPr>
        <p:spPr/>
        <p:txBody>
          <a:bodyPr/>
          <a:lstStyle/>
          <a:p>
            <a:endParaRPr lang="en-US" noProof="1"/>
          </a:p>
        </p:txBody>
      </p:sp>
      <p:sp>
        <p:nvSpPr>
          <p:cNvPr id="6" name="Footer Placeholder 5">
            <a:extLst>
              <a:ext uri="{FF2B5EF4-FFF2-40B4-BE49-F238E27FC236}">
                <a16:creationId xmlns:a16="http://schemas.microsoft.com/office/drawing/2014/main" id="{CA7A526B-BB77-0D6A-817F-6C40D944BDCE}"/>
              </a:ext>
            </a:extLst>
          </p:cNvPr>
          <p:cNvSpPr>
            <a:spLocks noGrp="1"/>
          </p:cNvSpPr>
          <p:nvPr>
            <p:ph type="ftr" sz="quarter" idx="23"/>
          </p:nvPr>
        </p:nvSpPr>
        <p:spPr>
          <a:xfrm>
            <a:off x="2100264" y="6273800"/>
            <a:ext cx="3887786" cy="584200"/>
          </a:xfrm>
        </p:spPr>
        <p:txBody>
          <a:bodyPr/>
          <a:lstStyle/>
          <a:p>
            <a:r>
              <a:rPr lang="en-US" noProof="1"/>
              <a:t>Case Studies/ V-SUM-Integration  - C01-S • CRC 1608 Strategic Project to C01 • Patrick Grycz • 20.07.2026</a:t>
            </a:r>
          </a:p>
        </p:txBody>
      </p:sp>
      <p:sp>
        <p:nvSpPr>
          <p:cNvPr id="12" name="Slide Number Placeholder 11">
            <a:extLst>
              <a:ext uri="{FF2B5EF4-FFF2-40B4-BE49-F238E27FC236}">
                <a16:creationId xmlns:a16="http://schemas.microsoft.com/office/drawing/2014/main" id="{5BF4C557-2716-4BAC-1F79-F528FD3982DA}"/>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644C98EE-B3A7-7238-F3DE-A4EEE986D320}"/>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82325227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Bildplatzhalter 15">
            <a:extLst>
              <a:ext uri="{FF2B5EF4-FFF2-40B4-BE49-F238E27FC236}">
                <a16:creationId xmlns:a16="http://schemas.microsoft.com/office/drawing/2014/main" id="{277424FD-F9EC-9D50-76B7-A15217260B9D}"/>
              </a:ext>
            </a:extLst>
          </p:cNvPr>
          <p:cNvSpPr>
            <a:spLocks noGrp="1"/>
          </p:cNvSpPr>
          <p:nvPr>
            <p:ph type="pic" sz="quarter" idx="15" hasCustomPrompt="1"/>
          </p:nvPr>
        </p:nvSpPr>
        <p:spPr bwMode="gray">
          <a:xfrm>
            <a:off x="6203952" y="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E6670E1C-5A99-3F90-22DA-92683344E10A}"/>
              </a:ext>
            </a:extLst>
          </p:cNvPr>
          <p:cNvSpPr>
            <a:spLocks noGrp="1"/>
          </p:cNvSpPr>
          <p:nvPr>
            <p:ph type="pic" sz="quarter" idx="17" hasCustomPrompt="1"/>
          </p:nvPr>
        </p:nvSpPr>
        <p:spPr bwMode="gray">
          <a:xfrm>
            <a:off x="6203952" y="342900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CE029FC3-CCFD-6807-4B07-283D6D2E4AC3}"/>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C4BE23FB-82F9-256A-844F-E66CF0B11694}"/>
              </a:ext>
            </a:extLst>
          </p:cNvPr>
          <p:cNvSpPr>
            <a:spLocks noGrp="1"/>
          </p:cNvSpPr>
          <p:nvPr>
            <p:ph type="dt" sz="half" idx="22"/>
          </p:nvPr>
        </p:nvSpPr>
        <p:spPr/>
        <p:txBody>
          <a:bodyPr/>
          <a:lstStyle/>
          <a:p>
            <a:endParaRPr lang="en-US" noProof="1"/>
          </a:p>
        </p:txBody>
      </p:sp>
      <p:sp>
        <p:nvSpPr>
          <p:cNvPr id="7" name="Footer Placeholder 6">
            <a:extLst>
              <a:ext uri="{FF2B5EF4-FFF2-40B4-BE49-F238E27FC236}">
                <a16:creationId xmlns:a16="http://schemas.microsoft.com/office/drawing/2014/main" id="{FFB82624-8EFE-AB1E-C365-BC8C7FE4BEC2}"/>
              </a:ext>
            </a:extLst>
          </p:cNvPr>
          <p:cNvSpPr>
            <a:spLocks noGrp="1"/>
          </p:cNvSpPr>
          <p:nvPr>
            <p:ph type="ftr" sz="quarter" idx="23"/>
          </p:nvPr>
        </p:nvSpPr>
        <p:spPr>
          <a:xfrm>
            <a:off x="2100264" y="6273800"/>
            <a:ext cx="3887786" cy="584200"/>
          </a:xfrm>
        </p:spPr>
        <p:txBody>
          <a:bodyPr/>
          <a:lstStyle/>
          <a:p>
            <a:r>
              <a:rPr lang="en-US" noProof="1"/>
              <a:t>Case Studies/ V-SUM-Integration  - C01-S • CRC 1608 Strategic Project to C01 • Patrick Grycz • 20.07.2026</a:t>
            </a:r>
          </a:p>
        </p:txBody>
      </p:sp>
      <p:sp>
        <p:nvSpPr>
          <p:cNvPr id="13" name="Slide Number Placeholder 12">
            <a:extLst>
              <a:ext uri="{FF2B5EF4-FFF2-40B4-BE49-F238E27FC236}">
                <a16:creationId xmlns:a16="http://schemas.microsoft.com/office/drawing/2014/main" id="{B15CD544-922E-96F9-8EAB-ABE0DF7E74C1}"/>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C80D2BB3-E138-B7DD-31BD-76E8F71E4E39}"/>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55987293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and Picture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4259264" y="1"/>
            <a:ext cx="7932736"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CC92567-845B-5A16-AD42-AF8D88C03086}"/>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C341EFE2-E8B5-56D7-6032-6F049A14EA64}"/>
              </a:ext>
            </a:extLst>
          </p:cNvPr>
          <p:cNvSpPr>
            <a:spLocks noGrp="1"/>
          </p:cNvSpPr>
          <p:nvPr>
            <p:ph type="dt" sz="half" idx="22"/>
          </p:nvPr>
        </p:nvSpPr>
        <p:spPr/>
        <p:txBody>
          <a:bodyPr/>
          <a:lstStyle/>
          <a:p>
            <a:endParaRPr lang="en-US" noProof="1"/>
          </a:p>
        </p:txBody>
      </p:sp>
      <p:sp>
        <p:nvSpPr>
          <p:cNvPr id="6" name="Footer Placeholder 5">
            <a:extLst>
              <a:ext uri="{FF2B5EF4-FFF2-40B4-BE49-F238E27FC236}">
                <a16:creationId xmlns:a16="http://schemas.microsoft.com/office/drawing/2014/main" id="{A8B05A39-8EF3-2CC5-3106-31B6DF3A23FD}"/>
              </a:ext>
            </a:extLst>
          </p:cNvPr>
          <p:cNvSpPr>
            <a:spLocks noGrp="1"/>
          </p:cNvSpPr>
          <p:nvPr>
            <p:ph type="ftr" sz="quarter" idx="23"/>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2" name="Slide Number Placeholder 11">
            <a:extLst>
              <a:ext uri="{FF2B5EF4-FFF2-40B4-BE49-F238E27FC236}">
                <a16:creationId xmlns:a16="http://schemas.microsoft.com/office/drawing/2014/main" id="{99CFE138-5A56-42D1-CEDB-6704D5C323D7}"/>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F2824E2A-4652-0276-77D5-E2F7A17236EF}"/>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18510016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4259263" y="342900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27364D22-E1CE-D3E5-45DB-66B9F8D3C95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E125E92D-EEDF-41E0-AFB0-5B7CA56902F1}"/>
              </a:ext>
            </a:extLst>
          </p:cNvPr>
          <p:cNvSpPr>
            <a:spLocks noGrp="1"/>
          </p:cNvSpPr>
          <p:nvPr>
            <p:ph type="dt" sz="half" idx="22"/>
          </p:nvPr>
        </p:nvSpPr>
        <p:spPr/>
        <p:txBody>
          <a:bodyPr/>
          <a:lstStyle/>
          <a:p>
            <a:endParaRPr lang="en-US" noProof="1"/>
          </a:p>
        </p:txBody>
      </p:sp>
      <p:sp>
        <p:nvSpPr>
          <p:cNvPr id="7" name="Footer Placeholder 6">
            <a:extLst>
              <a:ext uri="{FF2B5EF4-FFF2-40B4-BE49-F238E27FC236}">
                <a16:creationId xmlns:a16="http://schemas.microsoft.com/office/drawing/2014/main" id="{53181661-B42D-C815-F777-F226E4013AB8}"/>
              </a:ext>
            </a:extLst>
          </p:cNvPr>
          <p:cNvSpPr>
            <a:spLocks noGrp="1"/>
          </p:cNvSpPr>
          <p:nvPr>
            <p:ph type="ftr" sz="quarter" idx="23"/>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3" name="Slide Number Placeholder 12">
            <a:extLst>
              <a:ext uri="{FF2B5EF4-FFF2-40B4-BE49-F238E27FC236}">
                <a16:creationId xmlns:a16="http://schemas.microsoft.com/office/drawing/2014/main" id="{17A4FC51-B5D1-EA2C-4520-8FBD7D0AD4F4}"/>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25AC6484-86DB-2DAB-BB62-A5745F449A7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57422333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vertical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0946D4BB-B535-21BF-5706-F2593173BAA1}"/>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442913EC-AA64-42F8-7D39-B16842087DFD}"/>
              </a:ext>
            </a:extLst>
          </p:cNvPr>
          <p:cNvSpPr>
            <a:spLocks noGrp="1"/>
          </p:cNvSpPr>
          <p:nvPr>
            <p:ph type="dt" sz="half" idx="22"/>
          </p:nvPr>
        </p:nvSpPr>
        <p:spPr/>
        <p:txBody>
          <a:bodyPr/>
          <a:lstStyle/>
          <a:p>
            <a:endParaRPr lang="en-US" noProof="1"/>
          </a:p>
        </p:txBody>
      </p:sp>
      <p:sp>
        <p:nvSpPr>
          <p:cNvPr id="7" name="Footer Placeholder 6">
            <a:extLst>
              <a:ext uri="{FF2B5EF4-FFF2-40B4-BE49-F238E27FC236}">
                <a16:creationId xmlns:a16="http://schemas.microsoft.com/office/drawing/2014/main" id="{9CE0DADB-FC3F-095E-4791-75B52230B02F}"/>
              </a:ext>
            </a:extLst>
          </p:cNvPr>
          <p:cNvSpPr>
            <a:spLocks noGrp="1"/>
          </p:cNvSpPr>
          <p:nvPr>
            <p:ph type="ftr" sz="quarter" idx="23"/>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3" name="Slide Number Placeholder 12">
            <a:extLst>
              <a:ext uri="{FF2B5EF4-FFF2-40B4-BE49-F238E27FC236}">
                <a16:creationId xmlns:a16="http://schemas.microsoft.com/office/drawing/2014/main" id="{2A1CFBF2-D69A-34C8-B3BD-C059BF951A1E}"/>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B89CE0D6-653F-7F8C-F948-4496D414E60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80033630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xt and 4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10" name="Bildplatzhalter 15">
            <a:extLst>
              <a:ext uri="{FF2B5EF4-FFF2-40B4-BE49-F238E27FC236}">
                <a16:creationId xmlns:a16="http://schemas.microsoft.com/office/drawing/2014/main" id="{7F82C154-C2F8-0DAB-C0BD-5339CDD093A6}"/>
              </a:ext>
            </a:extLst>
          </p:cNvPr>
          <p:cNvSpPr>
            <a:spLocks noGrp="1"/>
          </p:cNvSpPr>
          <p:nvPr>
            <p:ph type="pic" sz="quarter" idx="18" hasCustomPrompt="1"/>
          </p:nvPr>
        </p:nvSpPr>
        <p:spPr bwMode="gray">
          <a:xfrm>
            <a:off x="4259263"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Bildplatzhalter 15">
            <a:extLst>
              <a:ext uri="{FF2B5EF4-FFF2-40B4-BE49-F238E27FC236}">
                <a16:creationId xmlns:a16="http://schemas.microsoft.com/office/drawing/2014/main" id="{20C756FA-7475-759D-D898-FED49EC21C63}"/>
              </a:ext>
            </a:extLst>
          </p:cNvPr>
          <p:cNvSpPr>
            <a:spLocks noGrp="1"/>
          </p:cNvSpPr>
          <p:nvPr>
            <p:ph type="pic" sz="quarter" idx="19" hasCustomPrompt="1"/>
          </p:nvPr>
        </p:nvSpPr>
        <p:spPr bwMode="gray">
          <a:xfrm>
            <a:off x="8224800"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E3376BD9-6CCE-719E-7D39-A434E6F082BA}"/>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3230D9CD-2193-97AA-1758-B1FC1421DAAF}"/>
              </a:ext>
            </a:extLst>
          </p:cNvPr>
          <p:cNvSpPr>
            <a:spLocks noGrp="1"/>
          </p:cNvSpPr>
          <p:nvPr>
            <p:ph type="dt" sz="half" idx="24"/>
          </p:nvPr>
        </p:nvSpPr>
        <p:spPr/>
        <p:txBody>
          <a:bodyPr/>
          <a:lstStyle/>
          <a:p>
            <a:endParaRPr lang="en-US" noProof="1"/>
          </a:p>
        </p:txBody>
      </p:sp>
      <p:sp>
        <p:nvSpPr>
          <p:cNvPr id="7" name="Footer Placeholder 6">
            <a:extLst>
              <a:ext uri="{FF2B5EF4-FFF2-40B4-BE49-F238E27FC236}">
                <a16:creationId xmlns:a16="http://schemas.microsoft.com/office/drawing/2014/main" id="{219C73A4-0550-88A3-B15C-D839D27C3A41}"/>
              </a:ext>
            </a:extLst>
          </p:cNvPr>
          <p:cNvSpPr>
            <a:spLocks noGrp="1"/>
          </p:cNvSpPr>
          <p:nvPr>
            <p:ph type="ftr" sz="quarter" idx="25"/>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5" name="Slide Number Placeholder 14">
            <a:extLst>
              <a:ext uri="{FF2B5EF4-FFF2-40B4-BE49-F238E27FC236}">
                <a16:creationId xmlns:a16="http://schemas.microsoft.com/office/drawing/2014/main" id="{809BE537-47E8-E28E-E31C-569B375CD31F}"/>
              </a:ext>
            </a:extLst>
          </p:cNvPr>
          <p:cNvSpPr>
            <a:spLocks noGrp="1"/>
          </p:cNvSpPr>
          <p:nvPr>
            <p:ph type="sldNum" sz="quarter" idx="26"/>
          </p:nvPr>
        </p:nvSpPr>
        <p:spPr/>
        <p:txBody>
          <a:bodyPr/>
          <a:lstStyle/>
          <a:p>
            <a:fld id="{776FC98F-84AD-404B-BCCB-49E092AA6DE0}" type="slidenum">
              <a:rPr lang="en-US" noProof="1" smtClean="0"/>
              <a:pPr/>
              <a:t>‹Nr.›</a:t>
            </a:fld>
            <a:endParaRPr lang="en-US" noProof="1"/>
          </a:p>
        </p:txBody>
      </p:sp>
      <p:sp>
        <p:nvSpPr>
          <p:cNvPr id="12" name="SmartArt Placeholder 11">
            <a:extLst>
              <a:ext uri="{FF2B5EF4-FFF2-40B4-BE49-F238E27FC236}">
                <a16:creationId xmlns:a16="http://schemas.microsoft.com/office/drawing/2014/main" id="{CC855A49-14E5-453A-4AAE-9D55DDBC3682}"/>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56555101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x Text and Picture horizontal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2816225"/>
            <a:ext cx="3671889" cy="346074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5615" y="2816225"/>
            <a:ext cx="3671889" cy="3460749"/>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8144990" y="2816225"/>
            <a:ext cx="3671889" cy="346074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260032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38BCFDEC-EEB4-FB94-494B-7A6B7C8104D6}"/>
              </a:ext>
            </a:extLst>
          </p:cNvPr>
          <p:cNvSpPr>
            <a:spLocks noGrp="1"/>
          </p:cNvSpPr>
          <p:nvPr>
            <p:ph type="dt" sz="half" idx="16"/>
          </p:nvPr>
        </p:nvSpPr>
        <p:spPr/>
        <p:txBody>
          <a:bodyPr/>
          <a:lstStyle/>
          <a:p>
            <a:endParaRPr lang="en-US" dirty="0"/>
          </a:p>
        </p:txBody>
      </p:sp>
      <p:sp>
        <p:nvSpPr>
          <p:cNvPr id="10" name="Fußzeilenplatzhalter 9">
            <a:extLst>
              <a:ext uri="{FF2B5EF4-FFF2-40B4-BE49-F238E27FC236}">
                <a16:creationId xmlns:a16="http://schemas.microsoft.com/office/drawing/2014/main" id="{E38CEE48-7318-2C48-A4DB-0374240E6DCA}"/>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E2A6EAAC-D781-C247-456C-6DDB93810FE7}"/>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82794491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09EC190A-F91D-A63D-5DE6-284075CC06D4}"/>
              </a:ext>
            </a:extLst>
          </p:cNvPr>
          <p:cNvSpPr>
            <a:spLocks noGrp="1"/>
          </p:cNvSpPr>
          <p:nvPr>
            <p:ph type="dt" sz="half" idx="16"/>
          </p:nvPr>
        </p:nvSpPr>
        <p:spPr/>
        <p:txBody>
          <a:bodyPr/>
          <a:lstStyle/>
          <a:p>
            <a:endParaRPr lang="en-US" dirty="0"/>
          </a:p>
        </p:txBody>
      </p:sp>
      <p:sp>
        <p:nvSpPr>
          <p:cNvPr id="9" name="Fußzeilenplatzhalter 8">
            <a:extLst>
              <a:ext uri="{FF2B5EF4-FFF2-40B4-BE49-F238E27FC236}">
                <a16:creationId xmlns:a16="http://schemas.microsoft.com/office/drawing/2014/main" id="{7D6DBFAC-7948-6CD4-F795-0F6575875140}"/>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1806FD95-1722-01B2-D054-0F1C46053F92}"/>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49102064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2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6203948"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50" y="-1"/>
            <a:ext cx="598805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E289A028-6BAD-57D6-0C99-2E2EE8D2385C}"/>
              </a:ext>
            </a:extLst>
          </p:cNvPr>
          <p:cNvSpPr>
            <a:spLocks noGrp="1"/>
          </p:cNvSpPr>
          <p:nvPr>
            <p:ph type="dt" sz="half" idx="17"/>
          </p:nvPr>
        </p:nvSpPr>
        <p:spPr/>
        <p:txBody>
          <a:bodyPr/>
          <a:lstStyle/>
          <a:p>
            <a:endParaRPr lang="en-US" dirty="0"/>
          </a:p>
        </p:txBody>
      </p:sp>
      <p:sp>
        <p:nvSpPr>
          <p:cNvPr id="10" name="Fußzeilenplatzhalter 9">
            <a:extLst>
              <a:ext uri="{FF2B5EF4-FFF2-40B4-BE49-F238E27FC236}">
                <a16:creationId xmlns:a16="http://schemas.microsoft.com/office/drawing/2014/main" id="{FF70BBC8-26C8-72F5-7017-C4E9ADC51106}"/>
              </a:ext>
            </a:extLst>
          </p:cNvPr>
          <p:cNvSpPr>
            <a:spLocks noGrp="1"/>
          </p:cNvSpPr>
          <p:nvPr>
            <p:ph type="ftr" sz="quarter" idx="18"/>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14220114-93CE-7986-FBD4-6B87CC84D154}"/>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81347487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3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4041775"/>
            <a:ext cx="3671886"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4259261"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59263" y="-1"/>
            <a:ext cx="3889375"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B0C0D4B8-0642-DA51-02B4-CD518D792A13}"/>
              </a:ext>
            </a:extLst>
          </p:cNvPr>
          <p:cNvSpPr>
            <a:spLocks noGrp="1"/>
          </p:cNvSpPr>
          <p:nvPr>
            <p:ph type="pic" sz="quarter" idx="17" hasCustomPrompt="1"/>
          </p:nvPr>
        </p:nvSpPr>
        <p:spPr bwMode="gray">
          <a:xfrm>
            <a:off x="8148638" y="-1"/>
            <a:ext cx="404336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94F7FD17-6F08-455B-89F3-014E426ED5A9}"/>
              </a:ext>
            </a:extLst>
          </p:cNvPr>
          <p:cNvSpPr>
            <a:spLocks noGrp="1"/>
          </p:cNvSpPr>
          <p:nvPr>
            <p:ph type="dt" sz="half" idx="18"/>
          </p:nvPr>
        </p:nvSpPr>
        <p:spPr/>
        <p:txBody>
          <a:bodyPr/>
          <a:lstStyle/>
          <a:p>
            <a:endParaRPr lang="en-US" dirty="0"/>
          </a:p>
        </p:txBody>
      </p:sp>
      <p:sp>
        <p:nvSpPr>
          <p:cNvPr id="11" name="Fußzeilenplatzhalter 10">
            <a:extLst>
              <a:ext uri="{FF2B5EF4-FFF2-40B4-BE49-F238E27FC236}">
                <a16:creationId xmlns:a16="http://schemas.microsoft.com/office/drawing/2014/main" id="{295BB98B-CA7B-1291-9702-334ACEEE83D2}"/>
              </a:ext>
            </a:extLst>
          </p:cNvPr>
          <p:cNvSpPr>
            <a:spLocks noGrp="1"/>
          </p:cNvSpPr>
          <p:nvPr>
            <p:ph type="ftr" sz="quarter" idx="19"/>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49F8E6D6-952F-6259-CB3F-D9FD0CF614AC}"/>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8725775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Datumsplatzhalter 3">
            <a:extLst>
              <a:ext uri="{FF2B5EF4-FFF2-40B4-BE49-F238E27FC236}">
                <a16:creationId xmlns:a16="http://schemas.microsoft.com/office/drawing/2014/main" id="{91C3AEDD-A574-4DAF-D1EC-A27C2292DE65}"/>
              </a:ext>
            </a:extLst>
          </p:cNvPr>
          <p:cNvSpPr>
            <a:spLocks noGrp="1"/>
          </p:cNvSpPr>
          <p:nvPr>
            <p:ph type="dt" sz="half" idx="16"/>
          </p:nvPr>
        </p:nvSpPr>
        <p:spPr/>
        <p:txBody>
          <a:bodyPr/>
          <a:lstStyle/>
          <a:p>
            <a:endParaRPr lang="en-US" dirty="0"/>
          </a:p>
        </p:txBody>
      </p:sp>
      <p:sp>
        <p:nvSpPr>
          <p:cNvPr id="9" name="Fußzeilenplatzhalter 8">
            <a:extLst>
              <a:ext uri="{FF2B5EF4-FFF2-40B4-BE49-F238E27FC236}">
                <a16:creationId xmlns:a16="http://schemas.microsoft.com/office/drawing/2014/main" id="{CF58EBD7-6711-442F-F11B-AEE90C03C903}"/>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88F5ADB7-1DE3-CF4C-2772-4A7CBBB483EE}"/>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583524953"/>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2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08F79B48-DA81-CB7D-4184-C12044C47126}"/>
              </a:ext>
            </a:extLst>
          </p:cNvPr>
          <p:cNvSpPr>
            <a:spLocks noGrp="1"/>
          </p:cNvSpPr>
          <p:nvPr>
            <p:ph type="pic" sz="quarter" idx="15" hasCustomPrompt="1"/>
          </p:nvPr>
        </p:nvSpPr>
        <p:spPr bwMode="gray">
          <a:xfrm>
            <a:off x="2" y="-1"/>
            <a:ext cx="6203948"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3DB8F0C-439C-6E68-E1D6-2CD9C93ACEFE}"/>
              </a:ext>
            </a:extLst>
          </p:cNvPr>
          <p:cNvSpPr>
            <a:spLocks noGrp="1"/>
          </p:cNvSpPr>
          <p:nvPr>
            <p:ph type="pic" sz="quarter" idx="16" hasCustomPrompt="1"/>
          </p:nvPr>
        </p:nvSpPr>
        <p:spPr bwMode="gray">
          <a:xfrm>
            <a:off x="6203950" y="-1"/>
            <a:ext cx="598804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CC26F2CC-FD06-0D05-F9BC-EA3577B02BAF}"/>
              </a:ext>
            </a:extLst>
          </p:cNvPr>
          <p:cNvSpPr>
            <a:spLocks noGrp="1"/>
          </p:cNvSpPr>
          <p:nvPr>
            <p:ph type="dt" sz="half" idx="17"/>
          </p:nvPr>
        </p:nvSpPr>
        <p:spPr/>
        <p:txBody>
          <a:bodyPr/>
          <a:lstStyle/>
          <a:p>
            <a:endParaRPr lang="en-US" dirty="0"/>
          </a:p>
        </p:txBody>
      </p:sp>
      <p:sp>
        <p:nvSpPr>
          <p:cNvPr id="10" name="Fußzeilenplatzhalter 9">
            <a:extLst>
              <a:ext uri="{FF2B5EF4-FFF2-40B4-BE49-F238E27FC236}">
                <a16:creationId xmlns:a16="http://schemas.microsoft.com/office/drawing/2014/main" id="{4B56F4D1-3BED-CF11-4CA9-195A2857302A}"/>
              </a:ext>
            </a:extLst>
          </p:cNvPr>
          <p:cNvSpPr>
            <a:spLocks noGrp="1"/>
          </p:cNvSpPr>
          <p:nvPr>
            <p:ph type="ftr" sz="quarter" idx="18"/>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682BB5B3-0CF3-C297-3B12-70918709FF86}"/>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88246336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3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D81F5719-88F7-8122-30E7-C4EDDE47BEB0}"/>
              </a:ext>
            </a:extLst>
          </p:cNvPr>
          <p:cNvSpPr>
            <a:spLocks noGrp="1"/>
          </p:cNvSpPr>
          <p:nvPr>
            <p:ph type="pic" sz="quarter" idx="15" hasCustomPrompt="1"/>
          </p:nvPr>
        </p:nvSpPr>
        <p:spPr bwMode="gray">
          <a:xfrm>
            <a:off x="1" y="0"/>
            <a:ext cx="42592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DF833069-8A51-2788-517E-244A50E9A0E2}"/>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8FBD7F7D-0AAE-6C8E-E25F-AD0146EE9DC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ECC866A8-34DE-9962-F35F-CD5302351129}"/>
              </a:ext>
            </a:extLst>
          </p:cNvPr>
          <p:cNvSpPr>
            <a:spLocks noGrp="1"/>
          </p:cNvSpPr>
          <p:nvPr>
            <p:ph type="dt" sz="half" idx="19"/>
          </p:nvPr>
        </p:nvSpPr>
        <p:spPr/>
        <p:txBody>
          <a:bodyPr/>
          <a:lstStyle/>
          <a:p>
            <a:endParaRPr lang="en-US" dirty="0"/>
          </a:p>
        </p:txBody>
      </p:sp>
      <p:sp>
        <p:nvSpPr>
          <p:cNvPr id="9" name="Fußzeilenplatzhalter 8">
            <a:extLst>
              <a:ext uri="{FF2B5EF4-FFF2-40B4-BE49-F238E27FC236}">
                <a16:creationId xmlns:a16="http://schemas.microsoft.com/office/drawing/2014/main" id="{CD73AD41-5895-7F97-5F11-9EE28D617619}"/>
              </a:ext>
            </a:extLst>
          </p:cNvPr>
          <p:cNvSpPr>
            <a:spLocks noGrp="1"/>
          </p:cNvSpPr>
          <p:nvPr>
            <p:ph type="ftr" sz="quarter" idx="20"/>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AC39AA92-697F-9C87-7391-FD2148F379B1}"/>
              </a:ext>
            </a:extLst>
          </p:cNvPr>
          <p:cNvSpPr>
            <a:spLocks noGrp="1"/>
          </p:cNvSpPr>
          <p:nvPr>
            <p:ph type="sldNum" sz="quarter" idx="21"/>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80914156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4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1" name="Bildplatzhalter 15">
            <a:extLst>
              <a:ext uri="{FF2B5EF4-FFF2-40B4-BE49-F238E27FC236}">
                <a16:creationId xmlns:a16="http://schemas.microsoft.com/office/drawing/2014/main" id="{57221ED0-08B5-804A-A5D3-858C1FBF65E7}"/>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2C1B9B64-2441-8357-F153-985A05DAB7A6}"/>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Bildplatzhalter 15">
            <a:extLst>
              <a:ext uri="{FF2B5EF4-FFF2-40B4-BE49-F238E27FC236}">
                <a16:creationId xmlns:a16="http://schemas.microsoft.com/office/drawing/2014/main" id="{3B17586A-9CCE-8295-2F97-E528DD0C3C8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0C7BBDAF-B20D-60D9-3199-BC0FA5A0FEA8}"/>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E3B07C1E-75AF-D661-9B0E-FB6406930C72}"/>
              </a:ext>
            </a:extLst>
          </p:cNvPr>
          <p:cNvSpPr>
            <a:spLocks noGrp="1"/>
          </p:cNvSpPr>
          <p:nvPr>
            <p:ph type="dt" sz="half" idx="21"/>
          </p:nvPr>
        </p:nvSpPr>
        <p:spPr/>
        <p:txBody>
          <a:bodyPr/>
          <a:lstStyle/>
          <a:p>
            <a:endParaRPr lang="en-US" dirty="0"/>
          </a:p>
        </p:txBody>
      </p:sp>
      <p:sp>
        <p:nvSpPr>
          <p:cNvPr id="7" name="Fußzeilenplatzhalter 6">
            <a:extLst>
              <a:ext uri="{FF2B5EF4-FFF2-40B4-BE49-F238E27FC236}">
                <a16:creationId xmlns:a16="http://schemas.microsoft.com/office/drawing/2014/main" id="{6F2A8345-FC50-948A-F811-0B4575026B2F}"/>
              </a:ext>
            </a:extLst>
          </p:cNvPr>
          <p:cNvSpPr>
            <a:spLocks noGrp="1"/>
          </p:cNvSpPr>
          <p:nvPr>
            <p:ph type="ftr" sz="quarter" idx="22"/>
          </p:nvPr>
        </p:nvSpPr>
        <p:spPr/>
        <p:txBody>
          <a:bodyPr/>
          <a:lstStyle/>
          <a:p>
            <a:r>
              <a:rPr lang="en-US"/>
              <a:t>Case Studies/ V-SUM-Integration  - C01-S • CRC 1608 Strategic Project to C01 • Patrick Grycz • 20.07.2026</a:t>
            </a:r>
            <a:endParaRPr lang="en-US" dirty="0"/>
          </a:p>
        </p:txBody>
      </p:sp>
      <p:sp>
        <p:nvSpPr>
          <p:cNvPr id="9" name="Foliennummernplatzhalter 8">
            <a:extLst>
              <a:ext uri="{FF2B5EF4-FFF2-40B4-BE49-F238E27FC236}">
                <a16:creationId xmlns:a16="http://schemas.microsoft.com/office/drawing/2014/main" id="{F9AA0923-C682-650B-E243-7EC5A1EB5715}"/>
              </a:ext>
            </a:extLst>
          </p:cNvPr>
          <p:cNvSpPr>
            <a:spLocks noGrp="1"/>
          </p:cNvSpPr>
          <p:nvPr>
            <p:ph type="sldNum" sz="quarter" idx="23"/>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36059014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5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3" name="Bildplatzhalter 15">
            <a:extLst>
              <a:ext uri="{FF2B5EF4-FFF2-40B4-BE49-F238E27FC236}">
                <a16:creationId xmlns:a16="http://schemas.microsoft.com/office/drawing/2014/main" id="{5DC53031-0D17-F341-B556-CAB21B21AD95}"/>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621CD60-0EEE-8EE1-2413-15ACFBB4FD0F}"/>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Bildplatzhalter 15">
            <a:extLst>
              <a:ext uri="{FF2B5EF4-FFF2-40B4-BE49-F238E27FC236}">
                <a16:creationId xmlns:a16="http://schemas.microsoft.com/office/drawing/2014/main" id="{7834F377-608A-1764-2D89-CC39A31EDCCD}"/>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4C11F33F-4952-0822-BD29-5112BEE9D3DF}"/>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E636C18E-9864-2F8B-F6CA-5E977141C9D2}"/>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481462F4-7E9B-9816-7A91-CD63748EFFA7}"/>
              </a:ext>
            </a:extLst>
          </p:cNvPr>
          <p:cNvSpPr>
            <a:spLocks noGrp="1"/>
          </p:cNvSpPr>
          <p:nvPr>
            <p:ph type="dt" sz="half" idx="25"/>
          </p:nvPr>
        </p:nvSpPr>
        <p:spPr/>
        <p:txBody>
          <a:bodyPr/>
          <a:lstStyle/>
          <a:p>
            <a:endParaRPr lang="en-US" dirty="0"/>
          </a:p>
        </p:txBody>
      </p:sp>
      <p:sp>
        <p:nvSpPr>
          <p:cNvPr id="13" name="Fußzeilenplatzhalter 12">
            <a:extLst>
              <a:ext uri="{FF2B5EF4-FFF2-40B4-BE49-F238E27FC236}">
                <a16:creationId xmlns:a16="http://schemas.microsoft.com/office/drawing/2014/main" id="{C2F10F94-6302-EFB2-67BF-534AEC1DF945}"/>
              </a:ext>
            </a:extLst>
          </p:cNvPr>
          <p:cNvSpPr>
            <a:spLocks noGrp="1"/>
          </p:cNvSpPr>
          <p:nvPr>
            <p:ph type="ftr" sz="quarter" idx="26"/>
          </p:nvPr>
        </p:nvSpPr>
        <p:spPr/>
        <p:txBody>
          <a:bodyPr/>
          <a:lstStyle/>
          <a:p>
            <a:r>
              <a:rPr lang="en-US"/>
              <a:t>Case Studies/ V-SUM-Integration  - C01-S • CRC 1608 Strategic Project to C01 • Patrick Grycz • 20.07.2026</a:t>
            </a:r>
            <a:endParaRPr lang="en-US" dirty="0"/>
          </a:p>
        </p:txBody>
      </p:sp>
      <p:sp>
        <p:nvSpPr>
          <p:cNvPr id="14" name="Foliennummernplatzhalter 13">
            <a:extLst>
              <a:ext uri="{FF2B5EF4-FFF2-40B4-BE49-F238E27FC236}">
                <a16:creationId xmlns:a16="http://schemas.microsoft.com/office/drawing/2014/main" id="{3E4D86CD-F0F0-D953-FC70-25716FFC7015}"/>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864596739"/>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6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3" name="Bildplatzhalter 15">
            <a:extLst>
              <a:ext uri="{FF2B5EF4-FFF2-40B4-BE49-F238E27FC236}">
                <a16:creationId xmlns:a16="http://schemas.microsoft.com/office/drawing/2014/main" id="{06B3F9A9-7D44-E3D9-34C3-186B5CE72C70}"/>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487580F0-10F0-597D-B74B-3AA53C72CB5F}"/>
              </a:ext>
            </a:extLst>
          </p:cNvPr>
          <p:cNvSpPr>
            <a:spLocks noGrp="1"/>
          </p:cNvSpPr>
          <p:nvPr>
            <p:ph type="pic" sz="quarter" idx="16" hasCustomPrompt="1"/>
          </p:nvPr>
        </p:nvSpPr>
        <p:spPr bwMode="gray">
          <a:xfrm>
            <a:off x="4259263" y="0"/>
            <a:ext cx="3889375"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Bildplatzhalter 15">
            <a:extLst>
              <a:ext uri="{FF2B5EF4-FFF2-40B4-BE49-F238E27FC236}">
                <a16:creationId xmlns:a16="http://schemas.microsoft.com/office/drawing/2014/main" id="{479D4CF8-3CF2-33EE-3E52-E67D33D232A2}"/>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6" name="Bildplatzhalter 15">
            <a:extLst>
              <a:ext uri="{FF2B5EF4-FFF2-40B4-BE49-F238E27FC236}">
                <a16:creationId xmlns:a16="http://schemas.microsoft.com/office/drawing/2014/main" id="{681FE394-9FBF-7254-E399-7BF501CFF5E1}"/>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Bildplatzhalter 15">
            <a:extLst>
              <a:ext uri="{FF2B5EF4-FFF2-40B4-BE49-F238E27FC236}">
                <a16:creationId xmlns:a16="http://schemas.microsoft.com/office/drawing/2014/main" id="{2EC1BE5C-58BE-A28F-D48F-AACC647D303F}"/>
              </a:ext>
            </a:extLst>
          </p:cNvPr>
          <p:cNvSpPr>
            <a:spLocks noGrp="1"/>
          </p:cNvSpPr>
          <p:nvPr>
            <p:ph type="pic" sz="quarter" idx="22" hasCustomPrompt="1"/>
          </p:nvPr>
        </p:nvSpPr>
        <p:spPr bwMode="gray">
          <a:xfrm>
            <a:off x="4259262" y="2528900"/>
            <a:ext cx="3889375"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8" name="Bildplatzhalter 15">
            <a:extLst>
              <a:ext uri="{FF2B5EF4-FFF2-40B4-BE49-F238E27FC236}">
                <a16:creationId xmlns:a16="http://schemas.microsoft.com/office/drawing/2014/main" id="{A1CE0C82-8D00-6128-A723-75FB35F9E4B9}"/>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21D9D3A7-656E-5EF8-DC21-9E4100AD724C}"/>
              </a:ext>
            </a:extLst>
          </p:cNvPr>
          <p:cNvSpPr>
            <a:spLocks noGrp="1"/>
          </p:cNvSpPr>
          <p:nvPr>
            <p:ph type="dt" sz="half" idx="25"/>
          </p:nvPr>
        </p:nvSpPr>
        <p:spPr/>
        <p:txBody>
          <a:bodyPr/>
          <a:lstStyle/>
          <a:p>
            <a:endParaRPr lang="en-US" dirty="0"/>
          </a:p>
        </p:txBody>
      </p:sp>
      <p:sp>
        <p:nvSpPr>
          <p:cNvPr id="4" name="Fußzeilenplatzhalter 3">
            <a:extLst>
              <a:ext uri="{FF2B5EF4-FFF2-40B4-BE49-F238E27FC236}">
                <a16:creationId xmlns:a16="http://schemas.microsoft.com/office/drawing/2014/main" id="{F115DD17-D1C2-CAD1-2B57-987C840DD93B}"/>
              </a:ext>
            </a:extLst>
          </p:cNvPr>
          <p:cNvSpPr>
            <a:spLocks noGrp="1"/>
          </p:cNvSpPr>
          <p:nvPr>
            <p:ph type="ftr" sz="quarter" idx="26"/>
          </p:nvPr>
        </p:nvSpPr>
        <p:spPr/>
        <p:txBody>
          <a:bodyPr/>
          <a:lstStyle/>
          <a:p>
            <a:r>
              <a:rPr lang="en-US"/>
              <a:t>Case Studies/ V-SUM-Integration  - C01-S • CRC 1608 Strategic Project to C01 • Patrick Grycz • 20.07.2026</a:t>
            </a:r>
            <a:endParaRPr lang="en-US" dirty="0"/>
          </a:p>
        </p:txBody>
      </p:sp>
      <p:sp>
        <p:nvSpPr>
          <p:cNvPr id="7" name="Foliennummernplatzhalter 6">
            <a:extLst>
              <a:ext uri="{FF2B5EF4-FFF2-40B4-BE49-F238E27FC236}">
                <a16:creationId xmlns:a16="http://schemas.microsoft.com/office/drawing/2014/main" id="{D4FC4E6F-39C1-2BF6-B3CD-824ACF396079}"/>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015287007"/>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and Picture">
    <p:bg>
      <p:bgPr>
        <a:solidFill>
          <a:schemeClr val="tx1"/>
        </a:solidFill>
        <a:effectLst/>
      </p:bgPr>
    </p:bg>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6858001"/>
          </a:xfrm>
        </p:spPr>
        <p:txBody>
          <a:bodyPr tIns="900000" anchor="ctr"/>
          <a:lstStyle>
            <a:lvl1pPr algn="ctr">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7561263" cy="1011236"/>
          </a:xfrm>
        </p:spPr>
        <p:txBody>
          <a:bodyPr tIns="0"/>
          <a:lstStyle>
            <a:lvl1pPr>
              <a:defRPr>
                <a:solidFill>
                  <a:schemeClr val="bg1"/>
                </a:solidFill>
              </a:defRPr>
            </a:lvl1pPr>
          </a:lstStyle>
          <a:p>
            <a:r>
              <a:rPr lang="en-US" dirty="0"/>
              <a:t>Add Title</a:t>
            </a:r>
          </a:p>
        </p:txBody>
      </p:sp>
      <p:sp>
        <p:nvSpPr>
          <p:cNvPr id="5" name="Rechteck 4">
            <a:extLst>
              <a:ext uri="{FF2B5EF4-FFF2-40B4-BE49-F238E27FC236}">
                <a16:creationId xmlns:a16="http://schemas.microsoft.com/office/drawing/2014/main" id="{94A93AEE-C09B-11EE-62B2-D258B26B0D2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A26D7894-F140-1F47-D2F6-229CD2C494F5}"/>
              </a:ext>
            </a:extLst>
          </p:cNvPr>
          <p:cNvSpPr>
            <a:spLocks noGrp="1"/>
          </p:cNvSpPr>
          <p:nvPr>
            <p:ph type="dt" sz="half" idx="16"/>
          </p:nvPr>
        </p:nvSpPr>
        <p:spPr/>
        <p:txBody>
          <a:bodyPr/>
          <a:lstStyle>
            <a:lvl1pPr>
              <a:defRPr>
                <a:solidFill>
                  <a:schemeClr val="bg1"/>
                </a:solidFill>
              </a:defRPr>
            </a:lvl1pPr>
          </a:lstStyle>
          <a:p>
            <a:endParaRPr lang="en-US" dirty="0"/>
          </a:p>
        </p:txBody>
      </p:sp>
      <p:sp>
        <p:nvSpPr>
          <p:cNvPr id="11" name="Fußzeilenplatzhalter 10">
            <a:extLst>
              <a:ext uri="{FF2B5EF4-FFF2-40B4-BE49-F238E27FC236}">
                <a16:creationId xmlns:a16="http://schemas.microsoft.com/office/drawing/2014/main" id="{60435903-70F1-B75C-C10A-BC04CBD3B6F7}"/>
              </a:ext>
            </a:extLst>
          </p:cNvPr>
          <p:cNvSpPr>
            <a:spLocks noGrp="1"/>
          </p:cNvSpPr>
          <p:nvPr>
            <p:ph type="ftr" sz="quarter" idx="17"/>
          </p:nvPr>
        </p:nvSpPr>
        <p:spPr/>
        <p:txBody>
          <a:bodyPr/>
          <a:lstStyle>
            <a:lvl1pPr>
              <a:defRPr>
                <a:solidFill>
                  <a:schemeClr val="bg1"/>
                </a:solidFill>
              </a:defRPr>
            </a:lvl1p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5C091A42-6A7C-132E-E5ED-A7A2F10231A4}"/>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AF2A633C-85DA-E08F-E985-EE1D753E33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785573540"/>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x Text und 2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9"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5265738"/>
            <a:ext cx="5616575" cy="1011236"/>
          </a:xfrm>
        </p:spPr>
        <p:txBody>
          <a:bodyPr/>
          <a:lstStyle/>
          <a:p>
            <a:pPr lvl="0"/>
            <a:r>
              <a:rPr lang="en-US" dirty="0"/>
              <a:t>Add text</a:t>
            </a:r>
          </a:p>
        </p:txBody>
      </p:sp>
      <p:sp>
        <p:nvSpPr>
          <p:cNvPr id="2" name="Datumsplatzhalter 1">
            <a:extLst>
              <a:ext uri="{FF2B5EF4-FFF2-40B4-BE49-F238E27FC236}">
                <a16:creationId xmlns:a16="http://schemas.microsoft.com/office/drawing/2014/main" id="{1EE3343F-20F8-0E46-42FA-821D2026B50E}"/>
              </a:ext>
            </a:extLst>
          </p:cNvPr>
          <p:cNvSpPr>
            <a:spLocks noGrp="1"/>
          </p:cNvSpPr>
          <p:nvPr>
            <p:ph type="dt" sz="half" idx="18"/>
          </p:nvPr>
        </p:nvSpPr>
        <p:spPr/>
        <p:txBody>
          <a:bodyPr/>
          <a:lstStyle/>
          <a:p>
            <a:endParaRPr lang="en-US" dirty="0"/>
          </a:p>
        </p:txBody>
      </p:sp>
      <p:sp>
        <p:nvSpPr>
          <p:cNvPr id="11" name="Fußzeilenplatzhalter 10">
            <a:extLst>
              <a:ext uri="{FF2B5EF4-FFF2-40B4-BE49-F238E27FC236}">
                <a16:creationId xmlns:a16="http://schemas.microsoft.com/office/drawing/2014/main" id="{57DF4F2F-5D04-4C9E-307B-30037ABC94A6}"/>
              </a:ext>
            </a:extLst>
          </p:cNvPr>
          <p:cNvSpPr>
            <a:spLocks noGrp="1"/>
          </p:cNvSpPr>
          <p:nvPr>
            <p:ph type="ftr" sz="quarter" idx="19"/>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D81DB6B4-64B1-EEDE-D757-88A82845A33F}"/>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29856937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x Text und 3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3671889"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9" y="5265738"/>
            <a:ext cx="3671889"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9" y="5265738"/>
            <a:ext cx="3671889" cy="1011236"/>
          </a:xfrm>
        </p:spPr>
        <p:txBody>
          <a:bodyPr/>
          <a:lstStyle/>
          <a:p>
            <a:pPr lvl="0"/>
            <a:r>
              <a:rPr lang="en-US" dirty="0"/>
              <a:t>Add text</a:t>
            </a:r>
          </a:p>
        </p:txBody>
      </p:sp>
      <p:sp>
        <p:nvSpPr>
          <p:cNvPr id="12" name="Datumsplatzhalter 11">
            <a:extLst>
              <a:ext uri="{FF2B5EF4-FFF2-40B4-BE49-F238E27FC236}">
                <a16:creationId xmlns:a16="http://schemas.microsoft.com/office/drawing/2014/main" id="{CDF1D0DD-152A-CD72-F7A9-948FA54C7916}"/>
              </a:ext>
            </a:extLst>
          </p:cNvPr>
          <p:cNvSpPr>
            <a:spLocks noGrp="1"/>
          </p:cNvSpPr>
          <p:nvPr>
            <p:ph type="dt" sz="half" idx="20"/>
          </p:nvPr>
        </p:nvSpPr>
        <p:spPr/>
        <p:txBody>
          <a:bodyPr/>
          <a:lstStyle/>
          <a:p>
            <a:endParaRPr lang="en-US" dirty="0"/>
          </a:p>
        </p:txBody>
      </p:sp>
      <p:sp>
        <p:nvSpPr>
          <p:cNvPr id="13" name="Fußzeilenplatzhalter 12">
            <a:extLst>
              <a:ext uri="{FF2B5EF4-FFF2-40B4-BE49-F238E27FC236}">
                <a16:creationId xmlns:a16="http://schemas.microsoft.com/office/drawing/2014/main" id="{10188A5A-13A0-E431-44B3-E58A8A6D0DD6}"/>
              </a:ext>
            </a:extLst>
          </p:cNvPr>
          <p:cNvSpPr>
            <a:spLocks noGrp="1"/>
          </p:cNvSpPr>
          <p:nvPr>
            <p:ph type="ftr" sz="quarter" idx="21"/>
          </p:nvPr>
        </p:nvSpPr>
        <p:spPr/>
        <p:txBody>
          <a:bodyPr/>
          <a:lstStyle/>
          <a:p>
            <a:r>
              <a:rPr lang="en-US"/>
              <a:t>Case Studies/ V-SUM-Integration  - C01-S • CRC 1608 Strategic Project to C01 • Patrick Grycz • 20.07.2026</a:t>
            </a:r>
            <a:endParaRPr lang="en-US" dirty="0"/>
          </a:p>
        </p:txBody>
      </p:sp>
      <p:sp>
        <p:nvSpPr>
          <p:cNvPr id="14" name="Foliennummernplatzhalter 13">
            <a:extLst>
              <a:ext uri="{FF2B5EF4-FFF2-40B4-BE49-F238E27FC236}">
                <a16:creationId xmlns:a16="http://schemas.microsoft.com/office/drawing/2014/main" id="{79C41ECA-AF89-1BAD-40AE-C421974015D2}"/>
              </a:ext>
            </a:extLst>
          </p:cNvPr>
          <p:cNvSpPr>
            <a:spLocks noGrp="1"/>
          </p:cNvSpPr>
          <p:nvPr>
            <p:ph type="sldNum" sz="quarter" idx="22"/>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45071255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x Text und 4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5265738"/>
            <a:ext cx="2700338"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328582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3285827" y="5265738"/>
            <a:ext cx="2700338"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62056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6205687" y="5265738"/>
            <a:ext cx="2700338" cy="1011236"/>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91201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9120187" y="5265738"/>
            <a:ext cx="2700338" cy="1011236"/>
          </a:xfrm>
        </p:spPr>
        <p:txBody>
          <a:bodyPr/>
          <a:lstStyle/>
          <a:p>
            <a:pPr lvl="0"/>
            <a:r>
              <a:rPr lang="en-US" dirty="0"/>
              <a:t>Add text</a:t>
            </a:r>
          </a:p>
        </p:txBody>
      </p:sp>
      <p:sp>
        <p:nvSpPr>
          <p:cNvPr id="14" name="Datumsplatzhalter 13">
            <a:extLst>
              <a:ext uri="{FF2B5EF4-FFF2-40B4-BE49-F238E27FC236}">
                <a16:creationId xmlns:a16="http://schemas.microsoft.com/office/drawing/2014/main" id="{15DC6279-864D-E5B0-0BBF-962E9E50B6FD}"/>
              </a:ext>
            </a:extLst>
          </p:cNvPr>
          <p:cNvSpPr>
            <a:spLocks noGrp="1"/>
          </p:cNvSpPr>
          <p:nvPr>
            <p:ph type="dt" sz="half" idx="22"/>
          </p:nvPr>
        </p:nvSpPr>
        <p:spPr/>
        <p:txBody>
          <a:bodyPr/>
          <a:lstStyle/>
          <a:p>
            <a:endParaRPr lang="en-US" dirty="0"/>
          </a:p>
        </p:txBody>
      </p:sp>
      <p:sp>
        <p:nvSpPr>
          <p:cNvPr id="15" name="Fußzeilenplatzhalter 14">
            <a:extLst>
              <a:ext uri="{FF2B5EF4-FFF2-40B4-BE49-F238E27FC236}">
                <a16:creationId xmlns:a16="http://schemas.microsoft.com/office/drawing/2014/main" id="{3CF6C9B7-B599-4BE6-52FB-051D2A0B3B42}"/>
              </a:ext>
            </a:extLst>
          </p:cNvPr>
          <p:cNvSpPr>
            <a:spLocks noGrp="1"/>
          </p:cNvSpPr>
          <p:nvPr>
            <p:ph type="ftr" sz="quarter" idx="23"/>
          </p:nvPr>
        </p:nvSpPr>
        <p:spPr/>
        <p:txBody>
          <a:bodyPr/>
          <a:lstStyle/>
          <a:p>
            <a:r>
              <a:rPr lang="en-US"/>
              <a:t>Case Studies/ V-SUM-Integration  - C01-S • CRC 1608 Strategic Project to C01 • Patrick Grycz • 20.07.2026</a:t>
            </a:r>
            <a:endParaRPr lang="en-US" dirty="0"/>
          </a:p>
        </p:txBody>
      </p:sp>
      <p:sp>
        <p:nvSpPr>
          <p:cNvPr id="16" name="Foliennummernplatzhalter 15">
            <a:extLst>
              <a:ext uri="{FF2B5EF4-FFF2-40B4-BE49-F238E27FC236}">
                <a16:creationId xmlns:a16="http://schemas.microsoft.com/office/drawing/2014/main" id="{9EAF3799-0F9B-7F03-53B6-D30505ED8E7B}"/>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578411028"/>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x Text und 5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5"/>
            <a:ext cx="2116800"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704537"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a:xfrm>
            <a:off x="371475" y="368907"/>
            <a:ext cx="11449050" cy="1007455"/>
          </a:xfrm>
        </p:spPr>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704538" y="4041775"/>
            <a:ext cx="2116800" cy="2235199"/>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5037599"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5037600" y="4041775"/>
            <a:ext cx="2116800" cy="2235199"/>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7370661"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7370662" y="4041775"/>
            <a:ext cx="2116800" cy="2235199"/>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9703724"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9703725" y="4041775"/>
            <a:ext cx="2116800" cy="2235199"/>
          </a:xfrm>
        </p:spPr>
        <p:txBody>
          <a:bodyPr/>
          <a:lstStyle/>
          <a:p>
            <a:pPr lvl="0"/>
            <a:r>
              <a:rPr lang="en-US" dirty="0"/>
              <a:t>Add text</a:t>
            </a:r>
          </a:p>
        </p:txBody>
      </p:sp>
      <p:sp>
        <p:nvSpPr>
          <p:cNvPr id="16" name="Datumsplatzhalter 15">
            <a:extLst>
              <a:ext uri="{FF2B5EF4-FFF2-40B4-BE49-F238E27FC236}">
                <a16:creationId xmlns:a16="http://schemas.microsoft.com/office/drawing/2014/main" id="{99193BC6-5DE5-F84B-817B-E27F95FD4E36}"/>
              </a:ext>
            </a:extLst>
          </p:cNvPr>
          <p:cNvSpPr>
            <a:spLocks noGrp="1"/>
          </p:cNvSpPr>
          <p:nvPr>
            <p:ph type="dt" sz="half" idx="24"/>
          </p:nvPr>
        </p:nvSpPr>
        <p:spPr/>
        <p:txBody>
          <a:bodyPr/>
          <a:lstStyle/>
          <a:p>
            <a:endParaRPr lang="en-US" dirty="0"/>
          </a:p>
        </p:txBody>
      </p:sp>
      <p:sp>
        <p:nvSpPr>
          <p:cNvPr id="17" name="Fußzeilenplatzhalter 16">
            <a:extLst>
              <a:ext uri="{FF2B5EF4-FFF2-40B4-BE49-F238E27FC236}">
                <a16:creationId xmlns:a16="http://schemas.microsoft.com/office/drawing/2014/main" id="{A4281E8C-1C19-EF23-952B-CD22CCC9F3BE}"/>
              </a:ext>
            </a:extLst>
          </p:cNvPr>
          <p:cNvSpPr>
            <a:spLocks noGrp="1"/>
          </p:cNvSpPr>
          <p:nvPr>
            <p:ph type="ftr" sz="quarter" idx="25"/>
          </p:nvPr>
        </p:nvSpPr>
        <p:spPr/>
        <p:txBody>
          <a:bodyPr/>
          <a:lstStyle/>
          <a:p>
            <a:r>
              <a:rPr lang="en-US"/>
              <a:t>Case Studies/ V-SUM-Integration  - C01-S • CRC 1608 Strategic Project to C01 • Patrick Grycz • 20.07.2026</a:t>
            </a:r>
            <a:endParaRPr lang="en-US" dirty="0"/>
          </a:p>
        </p:txBody>
      </p:sp>
      <p:sp>
        <p:nvSpPr>
          <p:cNvPr id="18" name="Foliennummernplatzhalter 17">
            <a:extLst>
              <a:ext uri="{FF2B5EF4-FFF2-40B4-BE49-F238E27FC236}">
                <a16:creationId xmlns:a16="http://schemas.microsoft.com/office/drawing/2014/main" id="{C9F951DB-FC7A-C00E-DAB8-004CEF0ABB38}"/>
              </a:ext>
            </a:extLst>
          </p:cNvPr>
          <p:cNvSpPr>
            <a:spLocks noGrp="1"/>
          </p:cNvSpPr>
          <p:nvPr>
            <p:ph type="sldNum" sz="quarter" idx="2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08872710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x Text und 6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4"/>
            <a:ext cx="1728788" cy="2232025"/>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314574"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314575" y="4041774"/>
            <a:ext cx="1728788" cy="2232025"/>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4259262"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4259263" y="4041774"/>
            <a:ext cx="1728788" cy="2232025"/>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4041774"/>
            <a:ext cx="1728788" cy="2232025"/>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8149231"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8148638" y="4041774"/>
            <a:ext cx="1728788" cy="2232025"/>
          </a:xfrm>
        </p:spPr>
        <p:txBody>
          <a:bodyPr/>
          <a:lstStyle/>
          <a:p>
            <a:pPr lvl="0"/>
            <a:r>
              <a:rPr lang="en-US" dirty="0"/>
              <a:t>Add text</a:t>
            </a:r>
          </a:p>
        </p:txBody>
      </p:sp>
      <p:sp>
        <p:nvSpPr>
          <p:cNvPr id="16" name="Bildplatzhalter 15">
            <a:extLst>
              <a:ext uri="{FF2B5EF4-FFF2-40B4-BE49-F238E27FC236}">
                <a16:creationId xmlns:a16="http://schemas.microsoft.com/office/drawing/2014/main" id="{CDB5A221-6B48-924B-A1FD-6D62179C2077}"/>
              </a:ext>
            </a:extLst>
          </p:cNvPr>
          <p:cNvSpPr>
            <a:spLocks noGrp="1"/>
          </p:cNvSpPr>
          <p:nvPr>
            <p:ph type="pic" sz="quarter" idx="24" hasCustomPrompt="1"/>
          </p:nvPr>
        </p:nvSpPr>
        <p:spPr bwMode="gray">
          <a:xfrm>
            <a:off x="100900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EB10AE12-A5D0-F238-1264-88B90FA440AE}"/>
              </a:ext>
            </a:extLst>
          </p:cNvPr>
          <p:cNvSpPr>
            <a:spLocks noGrp="1"/>
          </p:cNvSpPr>
          <p:nvPr>
            <p:ph type="body" sz="quarter" idx="25" hasCustomPrompt="1"/>
          </p:nvPr>
        </p:nvSpPr>
        <p:spPr bwMode="gray">
          <a:xfrm>
            <a:off x="10090050" y="4041774"/>
            <a:ext cx="1728788" cy="2232025"/>
          </a:xfrm>
        </p:spPr>
        <p:txBody>
          <a:bodyPr/>
          <a:lstStyle/>
          <a:p>
            <a:pPr lvl="0"/>
            <a:r>
              <a:rPr lang="en-US" dirty="0"/>
              <a:t>Add text</a:t>
            </a:r>
          </a:p>
        </p:txBody>
      </p:sp>
      <p:sp>
        <p:nvSpPr>
          <p:cNvPr id="18" name="Datumsplatzhalter 17">
            <a:extLst>
              <a:ext uri="{FF2B5EF4-FFF2-40B4-BE49-F238E27FC236}">
                <a16:creationId xmlns:a16="http://schemas.microsoft.com/office/drawing/2014/main" id="{79DD9CB7-7539-1828-FADA-78A66F2349FA}"/>
              </a:ext>
            </a:extLst>
          </p:cNvPr>
          <p:cNvSpPr>
            <a:spLocks noGrp="1"/>
          </p:cNvSpPr>
          <p:nvPr>
            <p:ph type="dt" sz="half" idx="26"/>
          </p:nvPr>
        </p:nvSpPr>
        <p:spPr/>
        <p:txBody>
          <a:bodyPr/>
          <a:lstStyle/>
          <a:p>
            <a:endParaRPr lang="en-US" dirty="0"/>
          </a:p>
        </p:txBody>
      </p:sp>
      <p:sp>
        <p:nvSpPr>
          <p:cNvPr id="19" name="Fußzeilenplatzhalter 18">
            <a:extLst>
              <a:ext uri="{FF2B5EF4-FFF2-40B4-BE49-F238E27FC236}">
                <a16:creationId xmlns:a16="http://schemas.microsoft.com/office/drawing/2014/main" id="{63BDBE70-17B1-8520-1846-0D0FF5DC7FC7}"/>
              </a:ext>
            </a:extLst>
          </p:cNvPr>
          <p:cNvSpPr>
            <a:spLocks noGrp="1"/>
          </p:cNvSpPr>
          <p:nvPr>
            <p:ph type="ftr" sz="quarter" idx="27"/>
          </p:nvPr>
        </p:nvSpPr>
        <p:spPr/>
        <p:txBody>
          <a:bodyPr/>
          <a:lstStyle/>
          <a:p>
            <a:r>
              <a:rPr lang="en-US"/>
              <a:t>Case Studies/ V-SUM-Integration  - C01-S • CRC 1608 Strategic Project to C01 • Patrick Grycz • 20.07.2026</a:t>
            </a:r>
            <a:endParaRPr lang="en-US" dirty="0"/>
          </a:p>
        </p:txBody>
      </p:sp>
      <p:sp>
        <p:nvSpPr>
          <p:cNvPr id="20" name="Foliennummernplatzhalter 19">
            <a:extLst>
              <a:ext uri="{FF2B5EF4-FFF2-40B4-BE49-F238E27FC236}">
                <a16:creationId xmlns:a16="http://schemas.microsoft.com/office/drawing/2014/main" id="{7D5DEFA5-487F-8348-320F-F21E99551105}"/>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255460957"/>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x Picture and 4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5616575"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5616574"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8" y="1592262"/>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3360814"/>
            <a:ext cx="5616575"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371475" y="4041775"/>
            <a:ext cx="5616573"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371474" y="5805774"/>
            <a:ext cx="5616573"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4041774"/>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5805774"/>
            <a:ext cx="5616573" cy="464400"/>
          </a:xfrm>
        </p:spPr>
        <p:txBody>
          <a:bodyPr tIns="144000"/>
          <a:lstStyle/>
          <a:p>
            <a:pPr lvl="0"/>
            <a:r>
              <a:rPr lang="en-US" dirty="0"/>
              <a:t>Add text</a:t>
            </a:r>
          </a:p>
        </p:txBody>
      </p:sp>
      <p:sp>
        <p:nvSpPr>
          <p:cNvPr id="14" name="Datumsplatzhalter 13">
            <a:extLst>
              <a:ext uri="{FF2B5EF4-FFF2-40B4-BE49-F238E27FC236}">
                <a16:creationId xmlns:a16="http://schemas.microsoft.com/office/drawing/2014/main" id="{17649989-D9AA-435F-7A4A-0B2A5E1ECF2C}"/>
              </a:ext>
            </a:extLst>
          </p:cNvPr>
          <p:cNvSpPr>
            <a:spLocks noGrp="1"/>
          </p:cNvSpPr>
          <p:nvPr>
            <p:ph type="dt" sz="half" idx="22"/>
          </p:nvPr>
        </p:nvSpPr>
        <p:spPr/>
        <p:txBody>
          <a:bodyPr/>
          <a:lstStyle/>
          <a:p>
            <a:endParaRPr lang="en-US" dirty="0"/>
          </a:p>
        </p:txBody>
      </p:sp>
      <p:sp>
        <p:nvSpPr>
          <p:cNvPr id="15" name="Fußzeilenplatzhalter 14">
            <a:extLst>
              <a:ext uri="{FF2B5EF4-FFF2-40B4-BE49-F238E27FC236}">
                <a16:creationId xmlns:a16="http://schemas.microsoft.com/office/drawing/2014/main" id="{C9F316C1-96F5-A67B-AF23-9ACC6CA9F2A5}"/>
              </a:ext>
            </a:extLst>
          </p:cNvPr>
          <p:cNvSpPr>
            <a:spLocks noGrp="1"/>
          </p:cNvSpPr>
          <p:nvPr>
            <p:ph type="ftr" sz="quarter" idx="23"/>
          </p:nvPr>
        </p:nvSpPr>
        <p:spPr/>
        <p:txBody>
          <a:bodyPr/>
          <a:lstStyle/>
          <a:p>
            <a:r>
              <a:rPr lang="en-US"/>
              <a:t>Case Studies/ V-SUM-Integration  - C01-S • CRC 1608 Strategic Project to C01 • Patrick Grycz • 20.07.2026</a:t>
            </a:r>
            <a:endParaRPr lang="en-US" dirty="0"/>
          </a:p>
        </p:txBody>
      </p:sp>
      <p:sp>
        <p:nvSpPr>
          <p:cNvPr id="16" name="Foliennummernplatzhalter 15">
            <a:extLst>
              <a:ext uri="{FF2B5EF4-FFF2-40B4-BE49-F238E27FC236}">
                <a16:creationId xmlns:a16="http://schemas.microsoft.com/office/drawing/2014/main" id="{D2A681F8-D362-068B-DB53-4422E1236107}"/>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5874581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x Picture and 6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3671888"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6"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8" y="3360814"/>
            <a:ext cx="3671888"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7" y="1594869"/>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7" y="3358868"/>
            <a:ext cx="3671888"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371475" y="4041774"/>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371474" y="5805774"/>
            <a:ext cx="3671888" cy="464400"/>
          </a:xfrm>
        </p:spPr>
        <p:txBody>
          <a:bodyPr tIns="144000"/>
          <a:lstStyle/>
          <a:p>
            <a:pPr lvl="0"/>
            <a:r>
              <a:rPr lang="en-US" dirty="0"/>
              <a:t>Add text</a:t>
            </a:r>
          </a:p>
        </p:txBody>
      </p:sp>
      <p:sp>
        <p:nvSpPr>
          <p:cNvPr id="14" name="Bildplatzhalter 15">
            <a:extLst>
              <a:ext uri="{FF2B5EF4-FFF2-40B4-BE49-F238E27FC236}">
                <a16:creationId xmlns:a16="http://schemas.microsoft.com/office/drawing/2014/main" id="{DC1FEB43-DE82-8732-4F57-F71B0E7269D8}"/>
              </a:ext>
            </a:extLst>
          </p:cNvPr>
          <p:cNvSpPr>
            <a:spLocks noGrp="1"/>
          </p:cNvSpPr>
          <p:nvPr>
            <p:ph type="pic" sz="quarter" idx="22" hasCustomPrompt="1"/>
          </p:nvPr>
        </p:nvSpPr>
        <p:spPr bwMode="gray">
          <a:xfrm>
            <a:off x="4259260" y="4044948"/>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1677C5CF-B71C-20E0-5EC4-77FF60F7CBCA}"/>
              </a:ext>
            </a:extLst>
          </p:cNvPr>
          <p:cNvSpPr>
            <a:spLocks noGrp="1"/>
          </p:cNvSpPr>
          <p:nvPr>
            <p:ph type="body" sz="quarter" idx="23" hasCustomPrompt="1"/>
          </p:nvPr>
        </p:nvSpPr>
        <p:spPr bwMode="gray">
          <a:xfrm>
            <a:off x="4259262" y="5813500"/>
            <a:ext cx="3671888" cy="463474"/>
          </a:xfrm>
        </p:spPr>
        <p:txBody>
          <a:bodyPr tIns="144000"/>
          <a:lstStyle/>
          <a:p>
            <a:pPr lvl="0"/>
            <a:r>
              <a:rPr lang="en-US" dirty="0"/>
              <a:t>Add text</a:t>
            </a:r>
          </a:p>
        </p:txBody>
      </p:sp>
      <p:sp>
        <p:nvSpPr>
          <p:cNvPr id="16" name="Bildplatzhalter 15">
            <a:extLst>
              <a:ext uri="{FF2B5EF4-FFF2-40B4-BE49-F238E27FC236}">
                <a16:creationId xmlns:a16="http://schemas.microsoft.com/office/drawing/2014/main" id="{DFEEF33F-FBF4-3DE9-D0E5-00A10C7FC562}"/>
              </a:ext>
            </a:extLst>
          </p:cNvPr>
          <p:cNvSpPr>
            <a:spLocks noGrp="1"/>
          </p:cNvSpPr>
          <p:nvPr>
            <p:ph type="pic" sz="quarter" idx="24" hasCustomPrompt="1"/>
          </p:nvPr>
        </p:nvSpPr>
        <p:spPr bwMode="gray">
          <a:xfrm>
            <a:off x="8148637" y="4041773"/>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A36A8A1C-5BB2-98A0-32C5-38F2E40CEFE6}"/>
              </a:ext>
            </a:extLst>
          </p:cNvPr>
          <p:cNvSpPr>
            <a:spLocks noGrp="1"/>
          </p:cNvSpPr>
          <p:nvPr>
            <p:ph type="body" sz="quarter" idx="25" hasCustomPrompt="1"/>
          </p:nvPr>
        </p:nvSpPr>
        <p:spPr bwMode="gray">
          <a:xfrm>
            <a:off x="8148637" y="5805773"/>
            <a:ext cx="3671888" cy="464400"/>
          </a:xfrm>
        </p:spPr>
        <p:txBody>
          <a:bodyPr tIns="144000"/>
          <a:lstStyle/>
          <a:p>
            <a:pPr lvl="0"/>
            <a:r>
              <a:rPr lang="en-US" dirty="0"/>
              <a:t>Add text</a:t>
            </a:r>
          </a:p>
        </p:txBody>
      </p:sp>
      <p:sp>
        <p:nvSpPr>
          <p:cNvPr id="18" name="Datumsplatzhalter 17">
            <a:extLst>
              <a:ext uri="{FF2B5EF4-FFF2-40B4-BE49-F238E27FC236}">
                <a16:creationId xmlns:a16="http://schemas.microsoft.com/office/drawing/2014/main" id="{A5232473-C891-573E-C486-121FF378F57C}"/>
              </a:ext>
            </a:extLst>
          </p:cNvPr>
          <p:cNvSpPr>
            <a:spLocks noGrp="1"/>
          </p:cNvSpPr>
          <p:nvPr>
            <p:ph type="dt" sz="half" idx="26"/>
          </p:nvPr>
        </p:nvSpPr>
        <p:spPr/>
        <p:txBody>
          <a:bodyPr/>
          <a:lstStyle/>
          <a:p>
            <a:endParaRPr lang="en-US" dirty="0"/>
          </a:p>
        </p:txBody>
      </p:sp>
      <p:sp>
        <p:nvSpPr>
          <p:cNvPr id="19" name="Fußzeilenplatzhalter 18">
            <a:extLst>
              <a:ext uri="{FF2B5EF4-FFF2-40B4-BE49-F238E27FC236}">
                <a16:creationId xmlns:a16="http://schemas.microsoft.com/office/drawing/2014/main" id="{7302FC03-B491-A207-7DBA-127BB90729DD}"/>
              </a:ext>
            </a:extLst>
          </p:cNvPr>
          <p:cNvSpPr>
            <a:spLocks noGrp="1"/>
          </p:cNvSpPr>
          <p:nvPr>
            <p:ph type="ftr" sz="quarter" idx="27"/>
          </p:nvPr>
        </p:nvSpPr>
        <p:spPr/>
        <p:txBody>
          <a:bodyPr/>
          <a:lstStyle/>
          <a:p>
            <a:r>
              <a:rPr lang="en-US"/>
              <a:t>Case Studies/ V-SUM-Integration  - C01-S • CRC 1608 Strategic Project to C01 • Patrick Grycz • 20.07.2026</a:t>
            </a:r>
            <a:endParaRPr lang="en-US" dirty="0"/>
          </a:p>
        </p:txBody>
      </p:sp>
      <p:sp>
        <p:nvSpPr>
          <p:cNvPr id="20" name="Foliennummernplatzhalter 19">
            <a:extLst>
              <a:ext uri="{FF2B5EF4-FFF2-40B4-BE49-F238E27FC236}">
                <a16:creationId xmlns:a16="http://schemas.microsoft.com/office/drawing/2014/main" id="{8B67C2D4-3135-E49A-5148-63257685678A}"/>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8886193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7"/>
          </a:xfrm>
        </p:spPr>
        <p:txBody>
          <a:bodyPr/>
          <a:lstStyle>
            <a:lvl1pPr marL="432000" indent="-432000">
              <a:buClrTx/>
              <a:buFont typeface="Franklin Gothic Medium" panose="020B0603020102020204" pitchFamily="34" charset="0"/>
              <a:buChar char="”"/>
              <a:defRPr sz="5000"/>
            </a:lvl1pPr>
          </a:lstStyle>
          <a:p>
            <a:pPr lvl="0"/>
            <a:r>
              <a:rPr lang="en-US" dirty="0"/>
              <a:t>Add text</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9262" y="5265738"/>
            <a:ext cx="3673475" cy="1011236"/>
          </a:xfrm>
        </p:spPr>
        <p:txBody>
          <a:bodyPr anchor="b"/>
          <a:lstStyle>
            <a:lvl1pPr algn="r">
              <a:lnSpc>
                <a:spcPct val="85000"/>
              </a:lnSpc>
              <a:spcBef>
                <a:spcPts val="300"/>
              </a:spcBef>
              <a:spcAft>
                <a:spcPts val="300"/>
              </a:spcAft>
              <a:defRPr sz="18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400" b="0">
                <a:solidFill>
                  <a:schemeClr val="tx1"/>
                </a:solidFill>
              </a:defRPr>
            </a:lvl2pPr>
            <a:lvl3pPr marL="0" indent="0" algn="r">
              <a:lnSpc>
                <a:spcPct val="110000"/>
              </a:lnSpc>
              <a:spcBef>
                <a:spcPts val="300"/>
              </a:spcBef>
              <a:spcAft>
                <a:spcPts val="300"/>
              </a:spcAft>
              <a:buFont typeface="Arial" panose="020B0604020202020204" pitchFamily="34" charset="0"/>
              <a:buNone/>
              <a:defRPr sz="1400" b="0">
                <a:solidFill>
                  <a:schemeClr val="tx1"/>
                </a:solidFill>
              </a:defRPr>
            </a:lvl3pPr>
            <a:lvl4pPr marL="0" indent="0" algn="r">
              <a:lnSpc>
                <a:spcPct val="110000"/>
              </a:lnSpc>
              <a:spcBef>
                <a:spcPts val="300"/>
              </a:spcBef>
              <a:spcAft>
                <a:spcPts val="300"/>
              </a:spcAft>
              <a:buNone/>
              <a:defRPr sz="1400" b="0">
                <a:solidFill>
                  <a:schemeClr val="tx1"/>
                </a:solidFill>
              </a:defRPr>
            </a:lvl4pPr>
            <a:lvl5pPr marL="0" indent="0" algn="r">
              <a:lnSpc>
                <a:spcPct val="110000"/>
              </a:lnSpc>
              <a:spcBef>
                <a:spcPts val="300"/>
              </a:spcBef>
              <a:spcAft>
                <a:spcPts val="300"/>
              </a:spcAft>
              <a:buFont typeface="Arial" panose="020B0604020202020204" pitchFamily="34" charset="0"/>
              <a:buNone/>
              <a:defRPr sz="1400" b="0">
                <a:solidFill>
                  <a:schemeClr val="tx1"/>
                </a:solidFill>
              </a:defRPr>
            </a:lvl5pPr>
            <a:lvl6pPr marL="0" indent="0" algn="r">
              <a:lnSpc>
                <a:spcPct val="110000"/>
              </a:lnSpc>
              <a:spcBef>
                <a:spcPts val="300"/>
              </a:spcBef>
              <a:spcAft>
                <a:spcPts val="300"/>
              </a:spcAft>
              <a:buFont typeface="Arial" panose="020B0604020202020204" pitchFamily="34" charset="0"/>
              <a:buNone/>
              <a:defRPr sz="1400" b="0">
                <a:solidFill>
                  <a:schemeClr val="tx1"/>
                </a:solidFill>
              </a:defRPr>
            </a:lvl6pPr>
            <a:lvl7pPr marL="0" indent="0" algn="r">
              <a:lnSpc>
                <a:spcPct val="110000"/>
              </a:lnSpc>
              <a:spcBef>
                <a:spcPts val="300"/>
              </a:spcBef>
              <a:spcAft>
                <a:spcPts val="300"/>
              </a:spcAft>
              <a:buFont typeface="Arial" panose="020B0604020202020204" pitchFamily="34" charset="0"/>
              <a:buNone/>
              <a:defRPr sz="1400" b="0">
                <a:solidFill>
                  <a:schemeClr val="tx1"/>
                </a:solidFill>
              </a:defRPr>
            </a:lvl7pPr>
            <a:lvl8pPr marL="0" indent="0" algn="r">
              <a:lnSpc>
                <a:spcPct val="110000"/>
              </a:lnSpc>
              <a:spcBef>
                <a:spcPts val="300"/>
              </a:spcBef>
              <a:spcAft>
                <a:spcPts val="300"/>
              </a:spcAft>
              <a:buFont typeface="Arial" panose="020B0604020202020204" pitchFamily="34" charset="0"/>
              <a:buNone/>
              <a:defRPr sz="1400" b="0">
                <a:solidFill>
                  <a:schemeClr val="tx1"/>
                </a:solidFill>
              </a:defRPr>
            </a:lvl8pPr>
            <a:lvl9pPr marL="0" indent="0" algn="r">
              <a:lnSpc>
                <a:spcPct val="110000"/>
              </a:lnSpc>
              <a:spcBef>
                <a:spcPts val="300"/>
              </a:spcBef>
              <a:spcAft>
                <a:spcPts val="300"/>
              </a:spcAft>
              <a:buFont typeface="Arial" panose="020B0604020202020204" pitchFamily="34" charset="0"/>
              <a:buNone/>
              <a:defRPr sz="1400" b="0">
                <a:solidFill>
                  <a:schemeClr val="tx1"/>
                </a:solidFill>
              </a:defRPr>
            </a:lvl9pPr>
          </a:lstStyle>
          <a:p>
            <a:pPr marL="0" marR="0" lvl="0" indent="0" algn="r" defTabSz="914400" rtl="0" eaLnBrk="1" fontAlgn="auto" latinLnBrk="0" hangingPunct="1">
              <a:lnSpc>
                <a:spcPct val="85000"/>
              </a:lnSpc>
              <a:spcBef>
                <a:spcPts val="300"/>
              </a:spcBef>
              <a:spcAft>
                <a:spcPts val="300"/>
              </a:spcAft>
              <a:buClrTx/>
              <a:buSzTx/>
              <a:buFont typeface="Arial" panose="020B0604020202020204" pitchFamily="34" charset="0"/>
              <a:buNone/>
              <a:tabLst/>
              <a:defRPr/>
            </a:pPr>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2"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DA2B4EB0-6F81-8A92-AEB6-3A876DF968E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0B1A5CA9-F444-9ABD-A3CA-65CB055B04B9}"/>
              </a:ext>
            </a:extLst>
          </p:cNvPr>
          <p:cNvSpPr>
            <a:spLocks noGrp="1"/>
          </p:cNvSpPr>
          <p:nvPr>
            <p:ph type="dt" sz="half" idx="16"/>
          </p:nvPr>
        </p:nvSpPr>
        <p:spPr/>
        <p:txBody>
          <a:bodyPr/>
          <a:lstStyle/>
          <a:p>
            <a:endParaRPr lang="en-US" dirty="0"/>
          </a:p>
        </p:txBody>
      </p:sp>
      <p:sp>
        <p:nvSpPr>
          <p:cNvPr id="10" name="Fußzeilenplatzhalter 9">
            <a:extLst>
              <a:ext uri="{FF2B5EF4-FFF2-40B4-BE49-F238E27FC236}">
                <a16:creationId xmlns:a16="http://schemas.microsoft.com/office/drawing/2014/main" id="{5110DDBB-783E-176F-3138-CDB539444CF1}"/>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C1568248-D3ED-9CDD-8765-05A7F7D909A9}"/>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CD118D49-289F-F3C3-A4F7-A7BAA877B06B}"/>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418236131"/>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Highlight Picture">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5000">
                <a:solidFill>
                  <a:schemeClr val="bg1"/>
                </a:solidFill>
              </a:defRPr>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7" cy="1011236"/>
          </a:xfrm>
        </p:spPr>
        <p:txBody>
          <a:bodyPr anchor="t"/>
          <a:lstStyle>
            <a:lvl1pPr algn="r">
              <a:lnSpc>
                <a:spcPct val="85000"/>
              </a:lnSpc>
              <a:spcBef>
                <a:spcPts val="300"/>
              </a:spcBef>
              <a:spcAft>
                <a:spcPts val="300"/>
              </a:spcAft>
              <a:defRPr sz="2000" b="1">
                <a:solidFill>
                  <a:schemeClr val="bg1"/>
                </a:solidFill>
              </a:defRPr>
            </a:lvl1pPr>
            <a:lvl2pPr marL="0" indent="0" algn="r">
              <a:lnSpc>
                <a:spcPct val="110000"/>
              </a:lnSpc>
              <a:spcBef>
                <a:spcPts val="300"/>
              </a:spcBef>
              <a:spcAft>
                <a:spcPts val="300"/>
              </a:spcAft>
              <a:buFont typeface="Arial" panose="020B0604020202020204" pitchFamily="34" charset="0"/>
              <a:buNone/>
              <a:defRPr sz="1600" b="0">
                <a:solidFill>
                  <a:schemeClr val="bg1"/>
                </a:solidFill>
              </a:defRPr>
            </a:lvl2pPr>
            <a:lvl3pPr marL="0" indent="0" algn="r">
              <a:lnSpc>
                <a:spcPct val="110000"/>
              </a:lnSpc>
              <a:spcBef>
                <a:spcPts val="300"/>
              </a:spcBef>
              <a:spcAft>
                <a:spcPts val="300"/>
              </a:spcAft>
              <a:buFont typeface="Arial" panose="020B0604020202020204" pitchFamily="34" charset="0"/>
              <a:buNone/>
              <a:defRPr sz="1600" b="0">
                <a:solidFill>
                  <a:schemeClr val="bg1"/>
                </a:solidFill>
              </a:defRPr>
            </a:lvl3pPr>
            <a:lvl4pPr marL="0" indent="0" algn="r">
              <a:lnSpc>
                <a:spcPct val="110000"/>
              </a:lnSpc>
              <a:spcBef>
                <a:spcPts val="300"/>
              </a:spcBef>
              <a:spcAft>
                <a:spcPts val="300"/>
              </a:spcAft>
              <a:buNone/>
              <a:defRPr sz="1600" b="0">
                <a:solidFill>
                  <a:schemeClr val="bg1"/>
                </a:solidFill>
              </a:defRPr>
            </a:lvl4pPr>
            <a:lvl5pPr marL="0" indent="0" algn="r">
              <a:lnSpc>
                <a:spcPct val="110000"/>
              </a:lnSpc>
              <a:spcBef>
                <a:spcPts val="300"/>
              </a:spcBef>
              <a:spcAft>
                <a:spcPts val="300"/>
              </a:spcAft>
              <a:buFont typeface="Arial" panose="020B0604020202020204" pitchFamily="34" charset="0"/>
              <a:buNone/>
              <a:defRPr sz="1600" b="0">
                <a:solidFill>
                  <a:schemeClr val="bg1"/>
                </a:solidFill>
              </a:defRPr>
            </a:lvl5pPr>
            <a:lvl6pPr marL="0" indent="0" algn="r">
              <a:lnSpc>
                <a:spcPct val="110000"/>
              </a:lnSpc>
              <a:spcBef>
                <a:spcPts val="300"/>
              </a:spcBef>
              <a:spcAft>
                <a:spcPts val="300"/>
              </a:spcAft>
              <a:buFont typeface="Arial" panose="020B0604020202020204" pitchFamily="34" charset="0"/>
              <a:buNone/>
              <a:defRPr sz="1600" b="0">
                <a:solidFill>
                  <a:schemeClr val="bg1"/>
                </a:solidFill>
              </a:defRPr>
            </a:lvl6pPr>
            <a:lvl7pPr marL="0" indent="0" algn="r">
              <a:lnSpc>
                <a:spcPct val="110000"/>
              </a:lnSpc>
              <a:spcBef>
                <a:spcPts val="300"/>
              </a:spcBef>
              <a:spcAft>
                <a:spcPts val="300"/>
              </a:spcAft>
              <a:buFont typeface="Arial" panose="020B0604020202020204" pitchFamily="34" charset="0"/>
              <a:buNone/>
              <a:defRPr sz="1600" b="0">
                <a:solidFill>
                  <a:schemeClr val="bg1"/>
                </a:solidFill>
              </a:defRPr>
            </a:lvl7pPr>
            <a:lvl8pPr marL="0" indent="0" algn="r">
              <a:lnSpc>
                <a:spcPct val="110000"/>
              </a:lnSpc>
              <a:spcBef>
                <a:spcPts val="300"/>
              </a:spcBef>
              <a:spcAft>
                <a:spcPts val="300"/>
              </a:spcAft>
              <a:buFont typeface="Arial" panose="020B0604020202020204" pitchFamily="34" charset="0"/>
              <a:buNone/>
              <a:defRPr sz="1600" b="0">
                <a:solidFill>
                  <a:schemeClr val="bg1"/>
                </a:solidFill>
              </a:defRPr>
            </a:lvl8pPr>
            <a:lvl9pPr marL="0" indent="0" algn="r">
              <a:lnSpc>
                <a:spcPct val="110000"/>
              </a:lnSpc>
              <a:spcBef>
                <a:spcPts val="300"/>
              </a:spcBef>
              <a:spcAft>
                <a:spcPts val="300"/>
              </a:spcAft>
              <a:buFont typeface="Arial" panose="020B0604020202020204" pitchFamily="34" charset="0"/>
              <a:buNone/>
              <a:defRPr sz="1600" b="0">
                <a:solidFill>
                  <a:schemeClr val="bg1"/>
                </a:solidFill>
              </a:defRPr>
            </a:lvl9pPr>
          </a:lstStyle>
          <a:p>
            <a:pPr lvl="0"/>
            <a:r>
              <a:rPr lang="en-US" dirty="0"/>
              <a:t>Add text</a:t>
            </a:r>
          </a:p>
        </p:txBody>
      </p:sp>
      <p:sp>
        <p:nvSpPr>
          <p:cNvPr id="4" name="Rechteck 3">
            <a:extLst>
              <a:ext uri="{FF2B5EF4-FFF2-40B4-BE49-F238E27FC236}">
                <a16:creationId xmlns:a16="http://schemas.microsoft.com/office/drawing/2014/main" id="{25E8BE99-BBFE-1166-A5A4-5E8F865BC33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475F87F0-97BD-75C5-3B01-5453495E2DAF}"/>
              </a:ext>
            </a:extLst>
          </p:cNvPr>
          <p:cNvSpPr>
            <a:spLocks noGrp="1"/>
          </p:cNvSpPr>
          <p:nvPr>
            <p:ph type="dt" sz="half" idx="16"/>
          </p:nvPr>
        </p:nvSpPr>
        <p:spPr/>
        <p:txBody>
          <a:bodyPr/>
          <a:lstStyle>
            <a:lvl1pPr>
              <a:defRPr>
                <a:solidFill>
                  <a:schemeClr val="bg1"/>
                </a:solidFill>
              </a:defRPr>
            </a:lvl1pPr>
          </a:lstStyle>
          <a:p>
            <a:endParaRPr lang="en-US" dirty="0"/>
          </a:p>
        </p:txBody>
      </p:sp>
      <p:sp>
        <p:nvSpPr>
          <p:cNvPr id="10" name="Fußzeilenplatzhalter 9">
            <a:extLst>
              <a:ext uri="{FF2B5EF4-FFF2-40B4-BE49-F238E27FC236}">
                <a16:creationId xmlns:a16="http://schemas.microsoft.com/office/drawing/2014/main" id="{69DC4A23-8BC7-B256-93F3-F3D72EA72D2E}"/>
              </a:ext>
            </a:extLst>
          </p:cNvPr>
          <p:cNvSpPr>
            <a:spLocks noGrp="1"/>
          </p:cNvSpPr>
          <p:nvPr>
            <p:ph type="ftr" sz="quarter" idx="17"/>
          </p:nvPr>
        </p:nvSpPr>
        <p:spPr/>
        <p:txBody>
          <a:bodyPr/>
          <a:lstStyle>
            <a:lvl1pPr>
              <a:defRPr>
                <a:solidFill>
                  <a:schemeClr val="bg1"/>
                </a:solidFill>
              </a:defRPr>
            </a:lvl1p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B12BEC3C-F478-347A-87BC-A57694C03C4A}"/>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CFA640E-0C3B-EC08-4180-576AB4B63F75}"/>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557796456"/>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Highlight Picture and Text">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3500">
                <a:solidFill>
                  <a:schemeClr val="bg1"/>
                </a:solidFill>
              </a:defRPr>
            </a:lvl1pPr>
          </a:lstStyle>
          <a:p>
            <a:r>
              <a:rPr lang="en-US" dirty="0"/>
              <a:t>Add Title</a:t>
            </a:r>
          </a:p>
        </p:txBody>
      </p:sp>
      <p:sp>
        <p:nvSpPr>
          <p:cNvPr id="4" name="Textplatzhalter 3">
            <a:extLst>
              <a:ext uri="{FF2B5EF4-FFF2-40B4-BE49-F238E27FC236}">
                <a16:creationId xmlns:a16="http://schemas.microsoft.com/office/drawing/2014/main" id="{F74B639C-9221-9BDD-0103-AF80E5F4FC62}"/>
              </a:ext>
            </a:extLst>
          </p:cNvPr>
          <p:cNvSpPr>
            <a:spLocks noGrp="1"/>
          </p:cNvSpPr>
          <p:nvPr>
            <p:ph type="body" sz="quarter" idx="17" hasCustomPrompt="1"/>
          </p:nvPr>
        </p:nvSpPr>
        <p:spPr bwMode="gray">
          <a:xfrm>
            <a:off x="371475" y="2816225"/>
            <a:ext cx="3671888" cy="2233613"/>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Add text</a:t>
            </a:r>
          </a:p>
        </p:txBody>
      </p:sp>
      <p:sp>
        <p:nvSpPr>
          <p:cNvPr id="8" name="Rechteck 7">
            <a:extLst>
              <a:ext uri="{FF2B5EF4-FFF2-40B4-BE49-F238E27FC236}">
                <a16:creationId xmlns:a16="http://schemas.microsoft.com/office/drawing/2014/main" id="{BEA6A5AB-5F58-422C-FC11-9570CAC5B5E8}"/>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D1980954-6FA1-FA07-4041-D754784A207D}"/>
              </a:ext>
            </a:extLst>
          </p:cNvPr>
          <p:cNvSpPr>
            <a:spLocks noGrp="1"/>
          </p:cNvSpPr>
          <p:nvPr>
            <p:ph type="dt" sz="half" idx="18"/>
          </p:nvPr>
        </p:nvSpPr>
        <p:spPr/>
        <p:txBody>
          <a:bodyPr/>
          <a:lstStyle>
            <a:lvl1pPr>
              <a:defRPr>
                <a:solidFill>
                  <a:schemeClr val="bg1"/>
                </a:solidFill>
              </a:defRPr>
            </a:lvl1pPr>
          </a:lstStyle>
          <a:p>
            <a:endParaRPr lang="en-US" dirty="0"/>
          </a:p>
        </p:txBody>
      </p:sp>
      <p:sp>
        <p:nvSpPr>
          <p:cNvPr id="10" name="Fußzeilenplatzhalter 9">
            <a:extLst>
              <a:ext uri="{FF2B5EF4-FFF2-40B4-BE49-F238E27FC236}">
                <a16:creationId xmlns:a16="http://schemas.microsoft.com/office/drawing/2014/main" id="{8BB377EE-E522-561C-164E-DE25C9BDA1C0}"/>
              </a:ext>
            </a:extLst>
          </p:cNvPr>
          <p:cNvSpPr>
            <a:spLocks noGrp="1"/>
          </p:cNvSpPr>
          <p:nvPr>
            <p:ph type="ftr" sz="quarter" idx="19"/>
          </p:nvPr>
        </p:nvSpPr>
        <p:spPr/>
        <p:txBody>
          <a:bodyPr/>
          <a:lstStyle>
            <a:lvl1pPr>
              <a:defRPr>
                <a:solidFill>
                  <a:schemeClr val="bg1"/>
                </a:solidFill>
              </a:defRPr>
            </a:lvl1p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B544A298-CA43-241E-F64B-02F6BEC45A01}"/>
              </a:ext>
            </a:extLst>
          </p:cNvPr>
          <p:cNvSpPr>
            <a:spLocks noGrp="1"/>
          </p:cNvSpPr>
          <p:nvPr>
            <p:ph type="sldNum" sz="quarter" idx="20"/>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EB352FB-5D9C-29FF-9EFE-4F1988C355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03343356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8"/>
          </a:xfrm>
        </p:spPr>
        <p:txBody>
          <a:bodyPr/>
          <a:lstStyle>
            <a:lvl1pPr marL="0" indent="0">
              <a:buClrTx/>
              <a:buFont typeface="Franklin Gothic Medium" panose="020B0603020102020204" pitchFamily="34" charset="0"/>
              <a:buNone/>
              <a:defRPr sz="5000"/>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7" y="5265738"/>
            <a:ext cx="3671887" cy="1011236"/>
          </a:xfrm>
        </p:spPr>
        <p:txBody>
          <a:bodyPr anchor="t"/>
          <a:lstStyle>
            <a:lvl1pPr algn="r">
              <a:lnSpc>
                <a:spcPct val="85000"/>
              </a:lnSpc>
              <a:spcBef>
                <a:spcPts val="300"/>
              </a:spcBef>
              <a:spcAft>
                <a:spcPts val="300"/>
              </a:spcAft>
              <a:defRPr sz="20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600" b="0">
                <a:solidFill>
                  <a:schemeClr val="tx1"/>
                </a:solidFill>
              </a:defRPr>
            </a:lvl2pPr>
            <a:lvl3pPr marL="0" indent="0" algn="r">
              <a:lnSpc>
                <a:spcPct val="110000"/>
              </a:lnSpc>
              <a:spcBef>
                <a:spcPts val="300"/>
              </a:spcBef>
              <a:spcAft>
                <a:spcPts val="300"/>
              </a:spcAft>
              <a:buFont typeface="Arial" panose="020B0604020202020204" pitchFamily="34" charset="0"/>
              <a:buNone/>
              <a:defRPr sz="1600" b="0">
                <a:solidFill>
                  <a:schemeClr val="tx1"/>
                </a:solidFill>
              </a:defRPr>
            </a:lvl3pPr>
            <a:lvl4pPr marL="0" indent="0" algn="r">
              <a:lnSpc>
                <a:spcPct val="110000"/>
              </a:lnSpc>
              <a:spcBef>
                <a:spcPts val="300"/>
              </a:spcBef>
              <a:spcAft>
                <a:spcPts val="300"/>
              </a:spcAft>
              <a:buNone/>
              <a:defRPr sz="1600" b="0">
                <a:solidFill>
                  <a:schemeClr val="tx1"/>
                </a:solidFill>
              </a:defRPr>
            </a:lvl4pPr>
            <a:lvl5pPr marL="0" indent="0" algn="r">
              <a:lnSpc>
                <a:spcPct val="110000"/>
              </a:lnSpc>
              <a:spcBef>
                <a:spcPts val="300"/>
              </a:spcBef>
              <a:spcAft>
                <a:spcPts val="300"/>
              </a:spcAft>
              <a:buFont typeface="Arial" panose="020B0604020202020204" pitchFamily="34" charset="0"/>
              <a:buNone/>
              <a:defRPr sz="1600" b="0">
                <a:solidFill>
                  <a:schemeClr val="tx1"/>
                </a:solidFill>
              </a:defRPr>
            </a:lvl5pPr>
            <a:lvl6pPr marL="0" indent="0" algn="r">
              <a:lnSpc>
                <a:spcPct val="110000"/>
              </a:lnSpc>
              <a:spcBef>
                <a:spcPts val="300"/>
              </a:spcBef>
              <a:spcAft>
                <a:spcPts val="300"/>
              </a:spcAft>
              <a:buFont typeface="Arial" panose="020B0604020202020204" pitchFamily="34" charset="0"/>
              <a:buNone/>
              <a:defRPr sz="1600" b="0">
                <a:solidFill>
                  <a:schemeClr val="tx1"/>
                </a:solidFill>
              </a:defRPr>
            </a:lvl6pPr>
            <a:lvl7pPr marL="0" indent="0" algn="r">
              <a:lnSpc>
                <a:spcPct val="110000"/>
              </a:lnSpc>
              <a:spcBef>
                <a:spcPts val="300"/>
              </a:spcBef>
              <a:spcAft>
                <a:spcPts val="300"/>
              </a:spcAft>
              <a:buFont typeface="Arial" panose="020B0604020202020204" pitchFamily="34" charset="0"/>
              <a:buNone/>
              <a:defRPr sz="1600" b="0">
                <a:solidFill>
                  <a:schemeClr val="tx1"/>
                </a:solidFill>
              </a:defRPr>
            </a:lvl7pPr>
            <a:lvl8pPr marL="0" indent="0" algn="r">
              <a:lnSpc>
                <a:spcPct val="110000"/>
              </a:lnSpc>
              <a:spcBef>
                <a:spcPts val="300"/>
              </a:spcBef>
              <a:spcAft>
                <a:spcPts val="300"/>
              </a:spcAft>
              <a:buFont typeface="Arial" panose="020B0604020202020204" pitchFamily="34" charset="0"/>
              <a:buNone/>
              <a:defRPr sz="1600" b="0">
                <a:solidFill>
                  <a:schemeClr val="tx1"/>
                </a:solidFill>
              </a:defRPr>
            </a:lvl8pPr>
            <a:lvl9pPr marL="0" indent="0" algn="r">
              <a:lnSpc>
                <a:spcPct val="110000"/>
              </a:lnSpc>
              <a:spcBef>
                <a:spcPts val="300"/>
              </a:spcBef>
              <a:spcAft>
                <a:spcPts val="300"/>
              </a:spcAft>
              <a:buFont typeface="Arial" panose="020B0604020202020204" pitchFamily="34" charset="0"/>
              <a:buNone/>
              <a:defRPr sz="1600" b="0">
                <a:solidFill>
                  <a:schemeClr val="tx1"/>
                </a:solidFill>
              </a:defRPr>
            </a:lvl9pPr>
          </a:lstStyle>
          <a:p>
            <a:pPr lvl="0"/>
            <a:r>
              <a:rPr lang="en-US" dirty="0"/>
              <a:t>Add text</a:t>
            </a:r>
          </a:p>
        </p:txBody>
      </p:sp>
      <p:sp>
        <p:nvSpPr>
          <p:cNvPr id="5" name="Datumsplatzhalter 4">
            <a:extLst>
              <a:ext uri="{FF2B5EF4-FFF2-40B4-BE49-F238E27FC236}">
                <a16:creationId xmlns:a16="http://schemas.microsoft.com/office/drawing/2014/main" id="{AF98A4DE-C74C-4808-FDCB-EBF6770F28AB}"/>
              </a:ext>
            </a:extLst>
          </p:cNvPr>
          <p:cNvSpPr>
            <a:spLocks noGrp="1"/>
          </p:cNvSpPr>
          <p:nvPr>
            <p:ph type="dt" sz="half" idx="14"/>
          </p:nvPr>
        </p:nvSpPr>
        <p:spPr/>
        <p:txBody>
          <a:bodyPr/>
          <a:lstStyle/>
          <a:p>
            <a:endParaRPr lang="en-US" dirty="0"/>
          </a:p>
        </p:txBody>
      </p:sp>
      <p:sp>
        <p:nvSpPr>
          <p:cNvPr id="6" name="Fußzeilenplatzhalter 5">
            <a:extLst>
              <a:ext uri="{FF2B5EF4-FFF2-40B4-BE49-F238E27FC236}">
                <a16:creationId xmlns:a16="http://schemas.microsoft.com/office/drawing/2014/main" id="{C3D1B3FA-E430-88B7-E277-5600359CFE91}"/>
              </a:ext>
            </a:extLst>
          </p:cNvPr>
          <p:cNvSpPr>
            <a:spLocks noGrp="1"/>
          </p:cNvSpPr>
          <p:nvPr>
            <p:ph type="ftr" sz="quarter" idx="15"/>
          </p:nvPr>
        </p:nvSpPr>
        <p:spPr/>
        <p:txBody>
          <a:bodyPr/>
          <a:lstStyle/>
          <a:p>
            <a:r>
              <a:rPr lang="en-US"/>
              <a:t>Case Studies/ V-SUM-Integration  - C01-S • CRC 1608 Strategic Project to C01 • Patrick Grycz • 20.07.2026</a:t>
            </a:r>
            <a:endParaRPr lang="en-US" dirty="0"/>
          </a:p>
        </p:txBody>
      </p:sp>
      <p:sp>
        <p:nvSpPr>
          <p:cNvPr id="7" name="Foliennummernplatzhalter 6">
            <a:extLst>
              <a:ext uri="{FF2B5EF4-FFF2-40B4-BE49-F238E27FC236}">
                <a16:creationId xmlns:a16="http://schemas.microsoft.com/office/drawing/2014/main" id="{721F58DB-2C93-B018-29B4-F68DDB674B82}"/>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29319250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6" name="Datumsplatzhalter 3">
            <a:extLst>
              <a:ext uri="{FF2B5EF4-FFF2-40B4-BE49-F238E27FC236}">
                <a16:creationId xmlns:a16="http://schemas.microsoft.com/office/drawing/2014/main" id="{DF83F67C-6F11-812D-C9A9-0CCF3FAD3E1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7" name="Fußzeilenplatzhalter 4">
            <a:extLst>
              <a:ext uri="{FF2B5EF4-FFF2-40B4-BE49-F238E27FC236}">
                <a16:creationId xmlns:a16="http://schemas.microsoft.com/office/drawing/2014/main" id="{07D85C20-697F-36B4-27AB-4369535EA0FF}"/>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8" name="Foliennummernplatzhalter 5">
            <a:extLst>
              <a:ext uri="{FF2B5EF4-FFF2-40B4-BE49-F238E27FC236}">
                <a16:creationId xmlns:a16="http://schemas.microsoft.com/office/drawing/2014/main" id="{1AD7C5E3-7820-0372-2225-AD27411D833F}"/>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9" name="Gruppieren 8">
            <a:extLst>
              <a:ext uri="{FF2B5EF4-FFF2-40B4-BE49-F238E27FC236}">
                <a16:creationId xmlns:a16="http://schemas.microsoft.com/office/drawing/2014/main" id="{3E4CDB45-9507-051E-FC07-208E38906803}"/>
              </a:ext>
            </a:extLst>
          </p:cNvPr>
          <p:cNvGrpSpPr>
            <a:grpSpLocks/>
          </p:cNvGrpSpPr>
          <p:nvPr userDrawn="1"/>
        </p:nvGrpSpPr>
        <p:grpSpPr bwMode="gray">
          <a:xfrm>
            <a:off x="5484000" y="3209400"/>
            <a:ext cx="1224000" cy="439200"/>
            <a:chOff x="11189494" y="381000"/>
            <a:chExt cx="621506" cy="222941"/>
          </a:xfrm>
        </p:grpSpPr>
        <p:sp>
          <p:nvSpPr>
            <p:cNvPr id="10" name="Freihandform: Form 9">
              <a:extLst>
                <a:ext uri="{FF2B5EF4-FFF2-40B4-BE49-F238E27FC236}">
                  <a16:creationId xmlns:a16="http://schemas.microsoft.com/office/drawing/2014/main" id="{77E21D00-0F9F-CF9A-2404-7B982CA997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2B7C94D0-DD91-0D9E-E79B-7B7E82C21C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12137156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33400" y="1583512"/>
            <a:ext cx="11125200" cy="4486472"/>
          </a:xfrm>
        </p:spPr>
        <p:txBody>
          <a:bodyPr/>
          <a:lstStyle>
            <a:lvl1pPr>
              <a:defRPr/>
            </a:lvl1pPr>
            <a:lvl2pPr>
              <a:defRPr/>
            </a:lvl2pPr>
            <a:lvl3pPr>
              <a:defRPr/>
            </a:lvl3pPr>
            <a:lvl4pPr>
              <a:defRPr/>
            </a:lvl4pPr>
            <a:lvl5pPr>
              <a:defRPr sz="2133"/>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836313" y="6329811"/>
            <a:ext cx="1370340" cy="528189"/>
          </a:xfrm>
          <a:prstGeom prst="rect">
            <a:avLst/>
          </a:prstGeom>
        </p:spPr>
        <p:txBody>
          <a:bodyPr/>
          <a:lstStyle/>
          <a:p>
            <a:endParaRPr lang="en-US" noProof="0"/>
          </a:p>
        </p:txBody>
      </p:sp>
      <p:sp>
        <p:nvSpPr>
          <p:cNvPr id="6" name="Slide Number Placeholder 5"/>
          <p:cNvSpPr>
            <a:spLocks noGrp="1"/>
          </p:cNvSpPr>
          <p:nvPr>
            <p:ph type="sldNum" sz="quarter" idx="12"/>
          </p:nvPr>
        </p:nvSpPr>
        <p:spPr>
          <a:xfrm>
            <a:off x="288000" y="6329811"/>
            <a:ext cx="435157" cy="528189"/>
          </a:xfrm>
          <a:prstGeom prst="rect">
            <a:avLst/>
          </a:prstGeom>
        </p:spPr>
        <p:txBody>
          <a:bodyPr/>
          <a:lstStyle>
            <a:lvl1pPr>
              <a:defRPr/>
            </a:lvl1pPr>
          </a:lstStyle>
          <a:p>
            <a:fld id="{61696EC4-B4CF-4701-AD06-A8439D6D8E12}" type="slidenum">
              <a:rPr lang="en-US" noProof="0" smtClean="0"/>
              <a:t>‹Nr.›</a:t>
            </a:fld>
            <a:endParaRPr lang="en-US" noProof="0"/>
          </a:p>
        </p:txBody>
      </p:sp>
      <p:sp>
        <p:nvSpPr>
          <p:cNvPr id="8" name="Textplatzhalter 9"/>
          <p:cNvSpPr>
            <a:spLocks noGrp="1"/>
          </p:cNvSpPr>
          <p:nvPr>
            <p:ph type="body" sz="quarter" idx="13" hasCustomPrompt="1"/>
          </p:nvPr>
        </p:nvSpPr>
        <p:spPr>
          <a:xfrm>
            <a:off x="522000" y="665795"/>
            <a:ext cx="11140800" cy="345493"/>
          </a:xfrm>
        </p:spPr>
        <p:txBody>
          <a:bodyPr anchor="ctr">
            <a:noAutofit/>
          </a:bodyPr>
          <a:lstStyle>
            <a:lvl1pPr marL="0" indent="0">
              <a:buNone/>
              <a:defRPr sz="2399" b="1">
                <a:solidFill>
                  <a:schemeClr val="bg1">
                    <a:lumMod val="50000"/>
                  </a:schemeClr>
                </a:solidFill>
                <a:latin typeface="+mj-lt"/>
              </a:defRPr>
            </a:lvl1pPr>
          </a:lstStyle>
          <a:p>
            <a:pPr lvl="0"/>
            <a:r>
              <a:rPr lang="en-GB" dirty="0"/>
              <a:t>2. title</a:t>
            </a:r>
          </a:p>
        </p:txBody>
      </p:sp>
      <p:sp>
        <p:nvSpPr>
          <p:cNvPr id="9"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2000" y="331098"/>
            <a:ext cx="11140800" cy="345493"/>
          </a:xfrm>
        </p:spPr>
        <p:txBody>
          <a:bodyPr anchor="t" anchorCtr="0"/>
          <a:lstStyle>
            <a:lvl1pPr>
              <a:lnSpc>
                <a:spcPct val="85000"/>
              </a:lnSpc>
              <a:defRPr sz="2666"/>
            </a:lvl1pPr>
          </a:lstStyle>
          <a:p>
            <a:r>
              <a:rPr lang="en-GB" altLang="de-DE"/>
              <a:t>Click to add title</a:t>
            </a:r>
            <a:endParaRPr lang="en-GB" dirty="0"/>
          </a:p>
        </p:txBody>
      </p:sp>
      <p:sp>
        <p:nvSpPr>
          <p:cNvPr id="2" name="Fußzeilenplatzhalter 1"/>
          <p:cNvSpPr>
            <a:spLocks noGrp="1"/>
          </p:cNvSpPr>
          <p:nvPr>
            <p:ph type="ftr" sz="quarter" idx="14"/>
          </p:nvPr>
        </p:nvSpPr>
        <p:spPr/>
        <p:txBody>
          <a:bodyPr/>
          <a:lstStyle/>
          <a:p>
            <a:r>
              <a:rPr lang="en-US"/>
              <a:t>Case Studies/ V-SUM-Integration  - C01-S • CRC 1608 Strategic Project to C01 • Patrick Grycz • 20.07.2026</a:t>
            </a:r>
            <a:endParaRPr lang="en-US" dirty="0"/>
          </a:p>
        </p:txBody>
      </p:sp>
    </p:spTree>
    <p:extLst>
      <p:ext uri="{BB962C8B-B14F-4D97-AF65-F5344CB8AC3E}">
        <p14:creationId xmlns:p14="http://schemas.microsoft.com/office/powerpoint/2010/main" val="21395249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19BD71-7858-4182-B665-B1B000CA7815}"/>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F3FE08A8-E3E5-431E-A8A9-1E3F9BA68081}"/>
              </a:ext>
            </a:extLst>
          </p:cNvPr>
          <p:cNvSpPr>
            <a:spLocks noGrp="1"/>
          </p:cNvSpPr>
          <p:nvPr>
            <p:ph sz="half" idx="1"/>
          </p:nvPr>
        </p:nvSpPr>
        <p:spPr>
          <a:xfrm>
            <a:off x="407987" y="1844674"/>
            <a:ext cx="10117138" cy="4429126"/>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6">
            <a:extLst>
              <a:ext uri="{FF2B5EF4-FFF2-40B4-BE49-F238E27FC236}">
                <a16:creationId xmlns:a16="http://schemas.microsoft.com/office/drawing/2014/main" id="{4C3170B6-152E-4A77-9854-50B7ECD5A9DE}"/>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5" name="Fußzeilenplatzhalter 4">
            <a:extLst>
              <a:ext uri="{FF2B5EF4-FFF2-40B4-BE49-F238E27FC236}">
                <a16:creationId xmlns:a16="http://schemas.microsoft.com/office/drawing/2014/main" id="{DA57360F-9A88-AA27-2AE2-1FB7E83B018C}"/>
              </a:ext>
            </a:extLst>
          </p:cNvPr>
          <p:cNvSpPr>
            <a:spLocks noGrp="1"/>
          </p:cNvSpPr>
          <p:nvPr>
            <p:ph type="ftr" sz="quarter" idx="3"/>
          </p:nvPr>
        </p:nvSpPr>
        <p:spPr>
          <a:xfrm>
            <a:off x="773593" y="6615354"/>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1731965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elfolie ohne Bild ">
    <p:bg>
      <p:bgPr>
        <a:solidFill>
          <a:schemeClr val="tx2"/>
        </a:solidFill>
        <a:effectLst/>
      </p:bgPr>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DFC57C20-A7D1-E99C-A965-DE6159550FA4}"/>
              </a:ext>
            </a:extLst>
          </p:cNvPr>
          <p:cNvPicPr>
            <a:picLocks noChangeAspect="1"/>
          </p:cNvPicPr>
          <p:nvPr userDrawn="1"/>
        </p:nvPicPr>
        <p:blipFill>
          <a:blip r:embed="rId2">
            <a:alphaModFix amt="30000"/>
            <a:extLst>
              <a:ext uri="{96DAC541-7B7A-43D3-8B79-37D633B846F1}">
                <asvg:svgBlip xmlns:asvg="http://schemas.microsoft.com/office/drawing/2016/SVG/main" r:embed="rId3"/>
              </a:ext>
            </a:extLst>
          </a:blip>
          <a:stretch>
            <a:fillRect/>
          </a:stretch>
        </p:blipFill>
        <p:spPr>
          <a:xfrm>
            <a:off x="10272464" y="2616284"/>
            <a:ext cx="3765079" cy="3765079"/>
          </a:xfrm>
          <a:prstGeom prst="rect">
            <a:avLst/>
          </a:prstGeom>
        </p:spPr>
      </p:pic>
      <p:sp>
        <p:nvSpPr>
          <p:cNvPr id="8" name="Rechteck 7">
            <a:extLst>
              <a:ext uri="{FF2B5EF4-FFF2-40B4-BE49-F238E27FC236}">
                <a16:creationId xmlns:a16="http://schemas.microsoft.com/office/drawing/2014/main" id="{ECF87A9B-27A9-DCD5-F100-E3AF02593F55}"/>
              </a:ext>
            </a:extLst>
          </p:cNvPr>
          <p:cNvSpPr/>
          <p:nvPr userDrawn="1"/>
        </p:nvSpPr>
        <p:spPr>
          <a:xfrm>
            <a:off x="0" y="0"/>
            <a:ext cx="12192000" cy="10920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de-DE" sz="1600" dirty="0">
                <a:solidFill>
                  <a:schemeClr val="tx1"/>
                </a:solidFill>
              </a:rPr>
              <a:t>   </a:t>
            </a:r>
          </a:p>
        </p:txBody>
      </p:sp>
      <p:pic>
        <p:nvPicPr>
          <p:cNvPr id="13" name="Grafik 12">
            <a:extLst>
              <a:ext uri="{FF2B5EF4-FFF2-40B4-BE49-F238E27FC236}">
                <a16:creationId xmlns:a16="http://schemas.microsoft.com/office/drawing/2014/main" id="{2D7ACA6D-A353-54E9-8138-3D6EE5368D1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335360" y="380782"/>
            <a:ext cx="2704831" cy="323850"/>
          </a:xfrm>
          <a:prstGeom prst="rect">
            <a:avLst/>
          </a:prstGeom>
        </p:spPr>
      </p:pic>
      <p:sp>
        <p:nvSpPr>
          <p:cNvPr id="15" name="Titel 1">
            <a:extLst>
              <a:ext uri="{FF2B5EF4-FFF2-40B4-BE49-F238E27FC236}">
                <a16:creationId xmlns:a16="http://schemas.microsoft.com/office/drawing/2014/main" id="{A9BE156E-4601-C1C8-B279-A383A4297781}"/>
              </a:ext>
            </a:extLst>
          </p:cNvPr>
          <p:cNvSpPr>
            <a:spLocks noGrp="1"/>
          </p:cNvSpPr>
          <p:nvPr>
            <p:ph type="ctrTitle"/>
          </p:nvPr>
        </p:nvSpPr>
        <p:spPr>
          <a:xfrm>
            <a:off x="407988" y="1484784"/>
            <a:ext cx="8640762" cy="1152128"/>
          </a:xfrm>
        </p:spPr>
        <p:txBody>
          <a:bodyPr tIns="0" anchor="b" anchorCtr="0"/>
          <a:lstStyle>
            <a:lvl1pPr algn="l">
              <a:lnSpc>
                <a:spcPct val="90000"/>
              </a:lnSpc>
              <a:defRPr sz="4500">
                <a:solidFill>
                  <a:schemeClr val="bg1"/>
                </a:solidFill>
              </a:defRPr>
            </a:lvl1pPr>
          </a:lstStyle>
          <a:p>
            <a:r>
              <a:rPr lang="de-DE" dirty="0"/>
              <a:t>Mastertitelformat bearbeiten</a:t>
            </a:r>
          </a:p>
        </p:txBody>
      </p:sp>
      <p:sp>
        <p:nvSpPr>
          <p:cNvPr id="16" name="Untertitel 2">
            <a:extLst>
              <a:ext uri="{FF2B5EF4-FFF2-40B4-BE49-F238E27FC236}">
                <a16:creationId xmlns:a16="http://schemas.microsoft.com/office/drawing/2014/main" id="{EC715972-A288-FBBE-1153-896F7037BACC}"/>
              </a:ext>
            </a:extLst>
          </p:cNvPr>
          <p:cNvSpPr>
            <a:spLocks noGrp="1"/>
          </p:cNvSpPr>
          <p:nvPr>
            <p:ph type="subTitle" idx="1" hasCustomPrompt="1"/>
          </p:nvPr>
        </p:nvSpPr>
        <p:spPr>
          <a:xfrm>
            <a:off x="414000" y="2877020"/>
            <a:ext cx="5400674" cy="288000"/>
          </a:xfrm>
        </p:spPr>
        <p:txBody>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err="1"/>
              <a:t>Präsentatioenstitel</a:t>
            </a:r>
            <a:r>
              <a:rPr lang="de-DE" dirty="0"/>
              <a:t> </a:t>
            </a:r>
            <a:r>
              <a:rPr lang="de-DE" dirty="0" err="1"/>
              <a:t>lorem</a:t>
            </a:r>
            <a:r>
              <a:rPr lang="de-DE" dirty="0"/>
              <a:t> </a:t>
            </a:r>
            <a:r>
              <a:rPr lang="de-DE" dirty="0" err="1"/>
              <a:t>ipsum</a:t>
            </a:r>
            <a:r>
              <a:rPr lang="de-DE" dirty="0"/>
              <a:t> </a:t>
            </a:r>
            <a:r>
              <a:rPr lang="de-DE" dirty="0" err="1"/>
              <a:t>dolor</a:t>
            </a:r>
            <a:r>
              <a:rPr lang="de-DE" dirty="0"/>
              <a:t> • DD.MM.YYYY</a:t>
            </a:r>
            <a:endParaRPr lang="de-DE" dirty="0">
              <a:effectLst/>
              <a:latin typeface="Minion Pro" panose="02040503050306020203" pitchFamily="18" charset="0"/>
            </a:endParaRPr>
          </a:p>
        </p:txBody>
      </p:sp>
      <p:pic>
        <p:nvPicPr>
          <p:cNvPr id="4" name="Grafik 3" descr="Ein Bild, das Grafiken, Schrift, Logo, Screenshot enthält.&#10;&#10;Automatisch generierte Beschreibung">
            <a:extLst>
              <a:ext uri="{FF2B5EF4-FFF2-40B4-BE49-F238E27FC236}">
                <a16:creationId xmlns:a16="http://schemas.microsoft.com/office/drawing/2014/main" id="{1D1A0635-8A7B-871B-8F72-75152009042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056440" y="212985"/>
            <a:ext cx="1945465" cy="727712"/>
          </a:xfrm>
          <a:prstGeom prst="rect">
            <a:avLst/>
          </a:prstGeom>
        </p:spPr>
      </p:pic>
    </p:spTree>
    <p:extLst>
      <p:ext uri="{BB962C8B-B14F-4D97-AF65-F5344CB8AC3E}">
        <p14:creationId xmlns:p14="http://schemas.microsoft.com/office/powerpoint/2010/main" val="804936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Titelfolie ">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7A24B31E-21AB-7674-26AA-583D9872A012}"/>
              </a:ext>
            </a:extLst>
          </p:cNvPr>
          <p:cNvPicPr>
            <a:picLocks noChangeAspect="1"/>
          </p:cNvPicPr>
          <p:nvPr userDrawn="1"/>
        </p:nvPicPr>
        <p:blipFill>
          <a:blip r:embed="rId2">
            <a:extLst>
              <a:ext uri="{28A0092B-C50C-407E-A947-70E740481C1C}">
                <a14:useLocalDpi xmlns:a14="http://schemas.microsoft.com/office/drawing/2010/main" val="0"/>
              </a:ext>
            </a:extLst>
          </a:blip>
          <a:srcRect t="3482" b="3482"/>
          <a:stretch/>
        </p:blipFill>
        <p:spPr>
          <a:xfrm>
            <a:off x="8400256" y="1076258"/>
            <a:ext cx="3791744" cy="2352741"/>
          </a:xfrm>
          <a:prstGeom prst="rect">
            <a:avLst/>
          </a:prstGeom>
        </p:spPr>
      </p:pic>
      <p:sp>
        <p:nvSpPr>
          <p:cNvPr id="9" name="Rechteck 8">
            <a:extLst>
              <a:ext uri="{FF2B5EF4-FFF2-40B4-BE49-F238E27FC236}">
                <a16:creationId xmlns:a16="http://schemas.microsoft.com/office/drawing/2014/main" id="{DC72FAEF-77CB-C949-1BDB-8429C20E8396}"/>
              </a:ext>
            </a:extLst>
          </p:cNvPr>
          <p:cNvSpPr/>
          <p:nvPr userDrawn="1"/>
        </p:nvSpPr>
        <p:spPr>
          <a:xfrm>
            <a:off x="0" y="-15808"/>
            <a:ext cx="12192000" cy="10920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de-DE" sz="1600" dirty="0">
                <a:solidFill>
                  <a:schemeClr val="tx1"/>
                </a:solidFill>
              </a:rPr>
              <a:t>   </a:t>
            </a:r>
          </a:p>
        </p:txBody>
      </p:sp>
      <p:sp>
        <p:nvSpPr>
          <p:cNvPr id="4" name="Rechteck 3">
            <a:extLst>
              <a:ext uri="{FF2B5EF4-FFF2-40B4-BE49-F238E27FC236}">
                <a16:creationId xmlns:a16="http://schemas.microsoft.com/office/drawing/2014/main" id="{A27C8F66-B70A-D159-89C8-762BEBC2AEBD}"/>
              </a:ext>
            </a:extLst>
          </p:cNvPr>
          <p:cNvSpPr/>
          <p:nvPr userDrawn="1"/>
        </p:nvSpPr>
        <p:spPr>
          <a:xfrm>
            <a:off x="-1" y="1076258"/>
            <a:ext cx="8400257" cy="23527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e-DE" sz="1600" dirty="0" err="1">
              <a:solidFill>
                <a:schemeClr val="tx1"/>
              </a:solidFill>
            </a:endParaRPr>
          </a:p>
        </p:txBody>
      </p:sp>
      <p:sp>
        <p:nvSpPr>
          <p:cNvPr id="2" name="Titel 1">
            <a:extLst>
              <a:ext uri="{FF2B5EF4-FFF2-40B4-BE49-F238E27FC236}">
                <a16:creationId xmlns:a16="http://schemas.microsoft.com/office/drawing/2014/main" id="{2CC3E297-351D-4502-B3F3-DF30BD7D3329}"/>
              </a:ext>
            </a:extLst>
          </p:cNvPr>
          <p:cNvSpPr>
            <a:spLocks noGrp="1"/>
          </p:cNvSpPr>
          <p:nvPr>
            <p:ph type="ctrTitle"/>
          </p:nvPr>
        </p:nvSpPr>
        <p:spPr>
          <a:xfrm>
            <a:off x="407988" y="1484784"/>
            <a:ext cx="8640762" cy="1152128"/>
          </a:xfrm>
        </p:spPr>
        <p:txBody>
          <a:bodyPr tIns="0" anchor="b" anchorCtr="0"/>
          <a:lstStyle>
            <a:lvl1pPr algn="l">
              <a:lnSpc>
                <a:spcPct val="90000"/>
              </a:lnSpc>
              <a:defRPr sz="4500">
                <a:solidFill>
                  <a:schemeClr val="bg1"/>
                </a:solidFill>
              </a:defRPr>
            </a:lvl1pPr>
          </a:lstStyle>
          <a:p>
            <a:r>
              <a:rPr lang="de-DE" dirty="0"/>
              <a:t>Mastertitelformat bearbeiten</a:t>
            </a:r>
          </a:p>
        </p:txBody>
      </p:sp>
      <p:sp>
        <p:nvSpPr>
          <p:cNvPr id="3" name="Untertitel 2">
            <a:extLst>
              <a:ext uri="{FF2B5EF4-FFF2-40B4-BE49-F238E27FC236}">
                <a16:creationId xmlns:a16="http://schemas.microsoft.com/office/drawing/2014/main" id="{19EC0E72-5234-460C-8ED2-16920D4C6F58}"/>
              </a:ext>
            </a:extLst>
          </p:cNvPr>
          <p:cNvSpPr>
            <a:spLocks noGrp="1"/>
          </p:cNvSpPr>
          <p:nvPr>
            <p:ph type="subTitle" idx="1" hasCustomPrompt="1"/>
          </p:nvPr>
        </p:nvSpPr>
        <p:spPr>
          <a:xfrm>
            <a:off x="414000" y="2877020"/>
            <a:ext cx="5400674" cy="288000"/>
          </a:xfrm>
        </p:spPr>
        <p:txBody>
          <a:bodyPr/>
          <a:lstStyle>
            <a:lvl1pPr marL="0" indent="0" algn="l">
              <a:buNone/>
              <a:defRPr sz="1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err="1"/>
              <a:t>Präsentatioenstitel</a:t>
            </a:r>
            <a:r>
              <a:rPr lang="de-DE" dirty="0"/>
              <a:t> </a:t>
            </a:r>
            <a:r>
              <a:rPr lang="de-DE" dirty="0" err="1"/>
              <a:t>lorem</a:t>
            </a:r>
            <a:r>
              <a:rPr lang="de-DE" dirty="0"/>
              <a:t> </a:t>
            </a:r>
            <a:r>
              <a:rPr lang="de-DE" dirty="0" err="1"/>
              <a:t>ipsum</a:t>
            </a:r>
            <a:r>
              <a:rPr lang="de-DE" dirty="0"/>
              <a:t> </a:t>
            </a:r>
            <a:r>
              <a:rPr lang="de-DE" dirty="0" err="1"/>
              <a:t>dolor</a:t>
            </a:r>
            <a:r>
              <a:rPr lang="de-DE" dirty="0"/>
              <a:t> • DD.MM.YYYY</a:t>
            </a:r>
            <a:endParaRPr lang="de-DE" dirty="0">
              <a:effectLst/>
              <a:latin typeface="Minion Pro" panose="02040503050306020203" pitchFamily="18" charset="0"/>
            </a:endParaRPr>
          </a:p>
        </p:txBody>
      </p:sp>
      <p:pic>
        <p:nvPicPr>
          <p:cNvPr id="12" name="Grafik 11">
            <a:extLst>
              <a:ext uri="{FF2B5EF4-FFF2-40B4-BE49-F238E27FC236}">
                <a16:creationId xmlns:a16="http://schemas.microsoft.com/office/drawing/2014/main" id="{8BFF35FE-C587-8A0B-96A4-D6F4A18173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5360" y="368846"/>
            <a:ext cx="4073212" cy="323850"/>
          </a:xfrm>
          <a:prstGeom prst="rect">
            <a:avLst/>
          </a:prstGeom>
        </p:spPr>
      </p:pic>
      <p:pic>
        <p:nvPicPr>
          <p:cNvPr id="6" name="Grafik 5" descr="Ein Bild, das Grafiken, Schrift, Logo, Screenshot enthält.&#10;&#10;Automatisch generierte Beschreibung">
            <a:extLst>
              <a:ext uri="{FF2B5EF4-FFF2-40B4-BE49-F238E27FC236}">
                <a16:creationId xmlns:a16="http://schemas.microsoft.com/office/drawing/2014/main" id="{99ABD4E8-BBB2-498B-3A6C-EB949E85C13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56440" y="212985"/>
            <a:ext cx="1945465" cy="727712"/>
          </a:xfrm>
          <a:prstGeom prst="rect">
            <a:avLst/>
          </a:prstGeom>
        </p:spPr>
      </p:pic>
    </p:spTree>
    <p:extLst>
      <p:ext uri="{BB962C8B-B14F-4D97-AF65-F5344CB8AC3E}">
        <p14:creationId xmlns:p14="http://schemas.microsoft.com/office/powerpoint/2010/main" val="320810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Agenda ">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7882BD-5DEB-44A9-A9DE-F49FC3848460}"/>
              </a:ext>
            </a:extLst>
          </p:cNvPr>
          <p:cNvSpPr>
            <a:spLocks noGrp="1"/>
          </p:cNvSpPr>
          <p:nvPr>
            <p:ph type="title" hasCustomPrompt="1"/>
          </p:nvPr>
        </p:nvSpPr>
        <p:spPr/>
        <p:txBody>
          <a:bodyPr/>
          <a:lstStyle>
            <a:lvl1pPr>
              <a:defRPr>
                <a:solidFill>
                  <a:schemeClr val="bg1"/>
                </a:solidFill>
              </a:defRPr>
            </a:lvl1pPr>
          </a:lstStyle>
          <a:p>
            <a:r>
              <a:rPr lang="de-DE" dirty="0"/>
              <a:t>Inhalt</a:t>
            </a:r>
          </a:p>
        </p:txBody>
      </p:sp>
      <p:pic>
        <p:nvPicPr>
          <p:cNvPr id="4" name="Grafik 3" descr="Ein Bild, das Schrift, Logo, Grafiken, Text enthält.&#10;&#10;Automatisch generierte Beschreibung">
            <a:extLst>
              <a:ext uri="{FF2B5EF4-FFF2-40B4-BE49-F238E27FC236}">
                <a16:creationId xmlns:a16="http://schemas.microsoft.com/office/drawing/2014/main" id="{605599F3-80AF-A8CD-80AC-78D75223EA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5191" y="212985"/>
            <a:ext cx="1945465" cy="727712"/>
          </a:xfrm>
          <a:prstGeom prst="rect">
            <a:avLst/>
          </a:prstGeom>
        </p:spPr>
      </p:pic>
      <p:sp>
        <p:nvSpPr>
          <p:cNvPr id="11" name="Inhaltsplatzhalter 3">
            <a:extLst>
              <a:ext uri="{FF2B5EF4-FFF2-40B4-BE49-F238E27FC236}">
                <a16:creationId xmlns:a16="http://schemas.microsoft.com/office/drawing/2014/main" id="{F7A63C27-3772-C86E-C137-00783DC47B08}"/>
              </a:ext>
            </a:extLst>
          </p:cNvPr>
          <p:cNvSpPr>
            <a:spLocks noGrp="1"/>
          </p:cNvSpPr>
          <p:nvPr>
            <p:ph sz="half" idx="2" hasCustomPrompt="1"/>
          </p:nvPr>
        </p:nvSpPr>
        <p:spPr>
          <a:xfrm>
            <a:off x="6234001" y="1844675"/>
            <a:ext cx="5550012" cy="4429126"/>
          </a:xfrm>
        </p:spPr>
        <p:txBody>
          <a:bodyPr/>
          <a:lstStyle>
            <a:lvl1pPr marL="450000" indent="-450000">
              <a:buClr>
                <a:schemeClr val="accent2"/>
              </a:buClr>
              <a:buFont typeface="+mj-lt"/>
              <a:buNone/>
              <a:defRPr>
                <a:solidFill>
                  <a:schemeClr val="bg1"/>
                </a:solidFill>
              </a:defRPr>
            </a:lvl1pPr>
          </a:lstStyle>
          <a:p>
            <a:pPr>
              <a:buFont typeface="+mj-lt"/>
              <a:buAutoNum type="arabicPeriod" startAt="8"/>
            </a:pPr>
            <a:r>
              <a:rPr lang="de-DE" dirty="0"/>
              <a:t>Platzhalter Kapitelname</a:t>
            </a:r>
          </a:p>
          <a:p>
            <a:pPr>
              <a:buAutoNum type="arabicPeriod" startAt="8"/>
            </a:pPr>
            <a:r>
              <a:rPr lang="de-DE" dirty="0"/>
              <a:t>Platzhalter Kapitelname</a:t>
            </a:r>
          </a:p>
          <a:p>
            <a:pPr>
              <a:buAutoNum type="arabicPeriod" startAt="8"/>
            </a:pPr>
            <a:r>
              <a:rPr lang="de-DE" dirty="0"/>
              <a:t>Platzhalter Kapitelname</a:t>
            </a:r>
          </a:p>
          <a:p>
            <a:pPr>
              <a:buAutoNum type="arabicPeriod" startAt="8"/>
            </a:pPr>
            <a:r>
              <a:rPr lang="de-DE" dirty="0"/>
              <a:t>Platzhalter Kapitelname</a:t>
            </a:r>
          </a:p>
          <a:p>
            <a:pPr>
              <a:buAutoNum type="arabicPeriod" startAt="8"/>
            </a:pPr>
            <a:r>
              <a:rPr lang="de-DE" dirty="0"/>
              <a:t>Platzhalter Kapitelname</a:t>
            </a:r>
          </a:p>
          <a:p>
            <a:pPr>
              <a:buAutoNum type="arabicPeriod" startAt="8"/>
            </a:pPr>
            <a:r>
              <a:rPr lang="de-DE" dirty="0"/>
              <a:t>Platzhalter Kapitelname</a:t>
            </a:r>
          </a:p>
          <a:p>
            <a:pPr>
              <a:buAutoNum type="arabicPeriod" startAt="8"/>
            </a:pPr>
            <a:r>
              <a:rPr lang="de-DE" dirty="0"/>
              <a:t>Platzhalter Kapitelname</a:t>
            </a:r>
          </a:p>
          <a:p>
            <a:pPr>
              <a:buAutoNum type="arabicPeriod" startAt="8"/>
            </a:pPr>
            <a:endParaRPr lang="de-DE" dirty="0"/>
          </a:p>
          <a:p>
            <a:pPr>
              <a:buAutoNum type="arabicPeriod" startAt="8"/>
            </a:pPr>
            <a:endParaRPr lang="de-DE" dirty="0"/>
          </a:p>
        </p:txBody>
      </p:sp>
      <p:sp>
        <p:nvSpPr>
          <p:cNvPr id="13" name="Inhaltsplatzhalter 3">
            <a:extLst>
              <a:ext uri="{FF2B5EF4-FFF2-40B4-BE49-F238E27FC236}">
                <a16:creationId xmlns:a16="http://schemas.microsoft.com/office/drawing/2014/main" id="{013A0B5F-9B0F-FCB2-1FB4-A73485A0E5A4}"/>
              </a:ext>
            </a:extLst>
          </p:cNvPr>
          <p:cNvSpPr>
            <a:spLocks noGrp="1"/>
          </p:cNvSpPr>
          <p:nvPr>
            <p:ph sz="half" idx="10" hasCustomPrompt="1"/>
          </p:nvPr>
        </p:nvSpPr>
        <p:spPr>
          <a:xfrm>
            <a:off x="407989" y="1844675"/>
            <a:ext cx="5550010" cy="4429126"/>
          </a:xfrm>
        </p:spPr>
        <p:txBody>
          <a:bodyPr/>
          <a:lstStyle>
            <a:lvl1pPr marL="342900" indent="-342900">
              <a:buClr>
                <a:schemeClr val="accent2"/>
              </a:buClr>
              <a:buFont typeface="+mj-lt"/>
              <a:buAutoNum type="arabicPeriod"/>
              <a:defRPr>
                <a:solidFill>
                  <a:schemeClr val="bg1"/>
                </a:solidFill>
              </a:defRPr>
            </a:lvl1pPr>
          </a:lstStyle>
          <a:p>
            <a:r>
              <a:rPr lang="de-DE" dirty="0"/>
              <a:t>Platzhalter Kapitelname</a:t>
            </a:r>
          </a:p>
          <a:p>
            <a:r>
              <a:rPr lang="de-DE" dirty="0"/>
              <a:t>Platzhalter Kapitelname</a:t>
            </a:r>
          </a:p>
          <a:p>
            <a:r>
              <a:rPr lang="de-DE" dirty="0"/>
              <a:t>Platzhalter Kapitelname</a:t>
            </a:r>
          </a:p>
          <a:p>
            <a:r>
              <a:rPr lang="de-DE" dirty="0"/>
              <a:t>Platzhalter Kapitelname</a:t>
            </a:r>
          </a:p>
          <a:p>
            <a:r>
              <a:rPr lang="de-DE" dirty="0"/>
              <a:t>Platzhalter Kapitelname</a:t>
            </a:r>
          </a:p>
          <a:p>
            <a:r>
              <a:rPr lang="de-DE" dirty="0"/>
              <a:t>Platzhalter Kapitelname</a:t>
            </a:r>
          </a:p>
          <a:p>
            <a:r>
              <a:rPr lang="de-DE" dirty="0"/>
              <a:t>Platzhalter Kapitelname</a:t>
            </a:r>
          </a:p>
          <a:p>
            <a:endParaRPr lang="de-DE" dirty="0"/>
          </a:p>
          <a:p>
            <a:endParaRPr lang="de-DE" dirty="0"/>
          </a:p>
        </p:txBody>
      </p:sp>
      <p:pic>
        <p:nvPicPr>
          <p:cNvPr id="14" name="Grafik 13">
            <a:extLst>
              <a:ext uri="{FF2B5EF4-FFF2-40B4-BE49-F238E27FC236}">
                <a16:creationId xmlns:a16="http://schemas.microsoft.com/office/drawing/2014/main" id="{CE75B1F4-8B0E-B277-3C41-ADA8D489D865}"/>
              </a:ext>
            </a:extLst>
          </p:cNvPr>
          <p:cNvPicPr>
            <a:picLocks noChangeAspect="1"/>
          </p:cNvPicPr>
          <p:nvPr userDrawn="1"/>
        </p:nvPicPr>
        <p:blipFill>
          <a:blip r:embed="rId3">
            <a:alphaModFix amt="30000"/>
            <a:extLst>
              <a:ext uri="{96DAC541-7B7A-43D3-8B79-37D633B846F1}">
                <asvg:svgBlip xmlns:asvg="http://schemas.microsoft.com/office/drawing/2016/SVG/main" r:embed="rId4"/>
              </a:ext>
            </a:extLst>
          </a:blip>
          <a:stretch>
            <a:fillRect/>
          </a:stretch>
        </p:blipFill>
        <p:spPr>
          <a:xfrm>
            <a:off x="10272464" y="2616284"/>
            <a:ext cx="3765079" cy="3765079"/>
          </a:xfrm>
          <a:prstGeom prst="rect">
            <a:avLst/>
          </a:prstGeom>
        </p:spPr>
      </p:pic>
    </p:spTree>
    <p:extLst>
      <p:ext uri="{BB962C8B-B14F-4D97-AF65-F5344CB8AC3E}">
        <p14:creationId xmlns:p14="http://schemas.microsoft.com/office/powerpoint/2010/main" val="137207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Kapiteltrenner">
    <p:bg>
      <p:bgPr>
        <a:solidFill>
          <a:schemeClr val="tx2"/>
        </a:solidFill>
        <a:effectLst/>
      </p:bgPr>
    </p:bg>
    <p:spTree>
      <p:nvGrpSpPr>
        <p:cNvPr id="1" name=""/>
        <p:cNvGrpSpPr/>
        <p:nvPr/>
      </p:nvGrpSpPr>
      <p:grpSpPr>
        <a:xfrm>
          <a:off x="0" y="0"/>
          <a:ext cx="0" cy="0"/>
          <a:chOff x="0" y="0"/>
          <a:chExt cx="0" cy="0"/>
        </a:xfrm>
      </p:grpSpPr>
      <p:pic>
        <p:nvPicPr>
          <p:cNvPr id="4" name="Grafik 3" descr="Ein Bild, das Schrift, Logo, Grafiken, Text enthält.&#10;&#10;Automatisch generierte Beschreibung">
            <a:extLst>
              <a:ext uri="{FF2B5EF4-FFF2-40B4-BE49-F238E27FC236}">
                <a16:creationId xmlns:a16="http://schemas.microsoft.com/office/drawing/2014/main" id="{605599F3-80AF-A8CD-80AC-78D75223EA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5191" y="212985"/>
            <a:ext cx="1945465" cy="727712"/>
          </a:xfrm>
          <a:prstGeom prst="rect">
            <a:avLst/>
          </a:prstGeom>
        </p:spPr>
      </p:pic>
      <p:pic>
        <p:nvPicPr>
          <p:cNvPr id="14" name="Grafik 13">
            <a:extLst>
              <a:ext uri="{FF2B5EF4-FFF2-40B4-BE49-F238E27FC236}">
                <a16:creationId xmlns:a16="http://schemas.microsoft.com/office/drawing/2014/main" id="{CE75B1F4-8B0E-B277-3C41-ADA8D489D865}"/>
              </a:ext>
            </a:extLst>
          </p:cNvPr>
          <p:cNvPicPr>
            <a:picLocks noChangeAspect="1"/>
          </p:cNvPicPr>
          <p:nvPr userDrawn="1"/>
        </p:nvPicPr>
        <p:blipFill>
          <a:blip r:embed="rId3">
            <a:alphaModFix amt="30000"/>
            <a:extLst>
              <a:ext uri="{96DAC541-7B7A-43D3-8B79-37D633B846F1}">
                <asvg:svgBlip xmlns:asvg="http://schemas.microsoft.com/office/drawing/2016/SVG/main" r:embed="rId4"/>
              </a:ext>
            </a:extLst>
          </a:blip>
          <a:stretch>
            <a:fillRect/>
          </a:stretch>
        </p:blipFill>
        <p:spPr>
          <a:xfrm>
            <a:off x="10272464" y="2616284"/>
            <a:ext cx="3765079" cy="3765079"/>
          </a:xfrm>
          <a:prstGeom prst="rect">
            <a:avLst/>
          </a:prstGeom>
        </p:spPr>
      </p:pic>
      <p:sp>
        <p:nvSpPr>
          <p:cNvPr id="16" name="Textplatzhalter 6">
            <a:extLst>
              <a:ext uri="{FF2B5EF4-FFF2-40B4-BE49-F238E27FC236}">
                <a16:creationId xmlns:a16="http://schemas.microsoft.com/office/drawing/2014/main" id="{DF250A41-5528-87EB-DA41-E8BDB81F1FDD}"/>
              </a:ext>
            </a:extLst>
          </p:cNvPr>
          <p:cNvSpPr>
            <a:spLocks noGrp="1"/>
          </p:cNvSpPr>
          <p:nvPr>
            <p:ph type="body" sz="quarter" idx="10" hasCustomPrompt="1"/>
          </p:nvPr>
        </p:nvSpPr>
        <p:spPr>
          <a:xfrm>
            <a:off x="407368" y="924725"/>
            <a:ext cx="3168352" cy="3677930"/>
          </a:xfrm>
        </p:spPr>
        <p:txBody>
          <a:bodyPr anchor="b" anchorCtr="0"/>
          <a:lstStyle>
            <a:lvl1pPr>
              <a:defRPr sz="10000" b="1">
                <a:solidFill>
                  <a:schemeClr val="accent2"/>
                </a:solidFill>
              </a:defRPr>
            </a:lvl1pPr>
          </a:lstStyle>
          <a:p>
            <a:r>
              <a:rPr lang="de-DE" dirty="0"/>
              <a:t>1</a:t>
            </a:r>
          </a:p>
        </p:txBody>
      </p:sp>
      <p:sp>
        <p:nvSpPr>
          <p:cNvPr id="2" name="Inhaltsplatzhalter 3">
            <a:extLst>
              <a:ext uri="{FF2B5EF4-FFF2-40B4-BE49-F238E27FC236}">
                <a16:creationId xmlns:a16="http://schemas.microsoft.com/office/drawing/2014/main" id="{3AD47CE6-176A-E214-E76E-D3D02A9C8233}"/>
              </a:ext>
            </a:extLst>
          </p:cNvPr>
          <p:cNvSpPr>
            <a:spLocks noGrp="1"/>
          </p:cNvSpPr>
          <p:nvPr>
            <p:ph sz="half" idx="11" hasCustomPrompt="1"/>
          </p:nvPr>
        </p:nvSpPr>
        <p:spPr>
          <a:xfrm>
            <a:off x="407368" y="4617132"/>
            <a:ext cx="5400675" cy="1620180"/>
          </a:xfrm>
        </p:spPr>
        <p:txBody>
          <a:bodyPr/>
          <a:lstStyle>
            <a:lvl1pPr marL="0" indent="0">
              <a:buClr>
                <a:schemeClr val="accent2"/>
              </a:buClr>
              <a:buFontTx/>
              <a:buNone/>
              <a:defRPr sz="2800" b="1">
                <a:solidFill>
                  <a:schemeClr val="bg1"/>
                </a:solidFill>
              </a:defRPr>
            </a:lvl1pPr>
          </a:lstStyle>
          <a:p>
            <a:r>
              <a:rPr lang="de-DE" dirty="0">
                <a:solidFill>
                  <a:schemeClr val="bg1"/>
                </a:solidFill>
              </a:rPr>
              <a:t>Platzhalter</a:t>
            </a:r>
            <a:br>
              <a:rPr lang="de-DE" dirty="0">
                <a:solidFill>
                  <a:schemeClr val="bg1"/>
                </a:solidFill>
              </a:rPr>
            </a:br>
            <a:r>
              <a:rPr lang="de-DE" dirty="0">
                <a:solidFill>
                  <a:schemeClr val="bg1"/>
                </a:solidFill>
              </a:rPr>
              <a:t>Kapitelname</a:t>
            </a:r>
          </a:p>
        </p:txBody>
      </p:sp>
    </p:spTree>
    <p:extLst>
      <p:ext uri="{BB962C8B-B14F-4D97-AF65-F5344CB8AC3E}">
        <p14:creationId xmlns:p14="http://schemas.microsoft.com/office/powerpoint/2010/main" val="423550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19BD71-7858-4182-B665-B1B000CA7815}"/>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F3FE08A8-E3E5-431E-A8A9-1E3F9BA68081}"/>
              </a:ext>
            </a:extLst>
          </p:cNvPr>
          <p:cNvSpPr>
            <a:spLocks noGrp="1"/>
          </p:cNvSpPr>
          <p:nvPr>
            <p:ph sz="half" idx="1"/>
          </p:nvPr>
        </p:nvSpPr>
        <p:spPr>
          <a:xfrm>
            <a:off x="407987" y="1844674"/>
            <a:ext cx="10117138" cy="4429126"/>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6">
            <a:extLst>
              <a:ext uri="{FF2B5EF4-FFF2-40B4-BE49-F238E27FC236}">
                <a16:creationId xmlns:a16="http://schemas.microsoft.com/office/drawing/2014/main" id="{4C3170B6-152E-4A77-9854-50B7ECD5A9DE}"/>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5" name="Fußzeilenplatzhalter 4">
            <a:extLst>
              <a:ext uri="{FF2B5EF4-FFF2-40B4-BE49-F238E27FC236}">
                <a16:creationId xmlns:a16="http://schemas.microsoft.com/office/drawing/2014/main" id="{DA57360F-9A88-AA27-2AE2-1FB7E83B018C}"/>
              </a:ext>
            </a:extLst>
          </p:cNvPr>
          <p:cNvSpPr>
            <a:spLocks noGrp="1"/>
          </p:cNvSpPr>
          <p:nvPr>
            <p:ph type="ftr" sz="quarter" idx="3"/>
          </p:nvPr>
        </p:nvSpPr>
        <p:spPr>
          <a:xfrm>
            <a:off x="773593" y="6615354"/>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116502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19BD71-7858-4182-B665-B1B000CA7815}"/>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F3FE08A8-E3E5-431E-A8A9-1E3F9BA68081}"/>
              </a:ext>
            </a:extLst>
          </p:cNvPr>
          <p:cNvSpPr>
            <a:spLocks noGrp="1"/>
          </p:cNvSpPr>
          <p:nvPr>
            <p:ph sz="half" idx="1"/>
          </p:nvPr>
        </p:nvSpPr>
        <p:spPr>
          <a:xfrm>
            <a:off x="407987" y="1844674"/>
            <a:ext cx="5550011" cy="4429126"/>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9288A12D-FB13-4872-B1A8-27479FFAA310}"/>
              </a:ext>
            </a:extLst>
          </p:cNvPr>
          <p:cNvSpPr>
            <a:spLocks noGrp="1"/>
          </p:cNvSpPr>
          <p:nvPr>
            <p:ph sz="half" idx="2"/>
          </p:nvPr>
        </p:nvSpPr>
        <p:spPr>
          <a:xfrm>
            <a:off x="6234000" y="1844674"/>
            <a:ext cx="5550012" cy="4429126"/>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6">
            <a:extLst>
              <a:ext uri="{FF2B5EF4-FFF2-40B4-BE49-F238E27FC236}">
                <a16:creationId xmlns:a16="http://schemas.microsoft.com/office/drawing/2014/main" id="{4C3170B6-152E-4A77-9854-50B7ECD5A9DE}"/>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8" name="Fußzeilenplatzhalter 4">
            <a:extLst>
              <a:ext uri="{FF2B5EF4-FFF2-40B4-BE49-F238E27FC236}">
                <a16:creationId xmlns:a16="http://schemas.microsoft.com/office/drawing/2014/main" id="{870BB014-1F26-767C-F304-2812FF76696C}"/>
              </a:ext>
            </a:extLst>
          </p:cNvPr>
          <p:cNvSpPr>
            <a:spLocks noGrp="1"/>
          </p:cNvSpPr>
          <p:nvPr>
            <p:ph type="ftr" sz="quarter" idx="3"/>
          </p:nvPr>
        </p:nvSpPr>
        <p:spPr>
          <a:xfrm>
            <a:off x="773593" y="6615354"/>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22459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Inhalt und Bild rechts">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64CCBE89-0F8A-4602-93B8-B2ECC82F0C6A}"/>
              </a:ext>
            </a:extLst>
          </p:cNvPr>
          <p:cNvSpPr>
            <a:spLocks noGrp="1"/>
          </p:cNvSpPr>
          <p:nvPr>
            <p:ph type="pic" sz="quarter" idx="13"/>
          </p:nvPr>
        </p:nvSpPr>
        <p:spPr>
          <a:xfrm>
            <a:off x="6234000" y="1881188"/>
            <a:ext cx="5550013" cy="4392612"/>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2" name="Titel 1">
            <a:extLst>
              <a:ext uri="{FF2B5EF4-FFF2-40B4-BE49-F238E27FC236}">
                <a16:creationId xmlns:a16="http://schemas.microsoft.com/office/drawing/2014/main" id="{00EE9452-62DD-4662-8A73-CC8B0A47F2B1}"/>
              </a:ext>
            </a:extLst>
          </p:cNvPr>
          <p:cNvSpPr>
            <a:spLocks noGrp="1"/>
          </p:cNvSpPr>
          <p:nvPr>
            <p:ph type="title"/>
          </p:nvPr>
        </p:nvSpPr>
        <p:spPr>
          <a:xfrm>
            <a:off x="407988" y="296864"/>
            <a:ext cx="8784356" cy="504000"/>
          </a:xfrm>
        </p:spPr>
        <p:txBody>
          <a:bodyPr/>
          <a:lstStyle/>
          <a:p>
            <a:r>
              <a:rPr lang="de-DE"/>
              <a:t>Mastertitelformat bearbeiten</a:t>
            </a:r>
            <a:endParaRPr lang="de-DE" dirty="0"/>
          </a:p>
        </p:txBody>
      </p:sp>
      <p:sp>
        <p:nvSpPr>
          <p:cNvPr id="4" name="Inhaltsplatzhalter 3">
            <a:extLst>
              <a:ext uri="{FF2B5EF4-FFF2-40B4-BE49-F238E27FC236}">
                <a16:creationId xmlns:a16="http://schemas.microsoft.com/office/drawing/2014/main" id="{2B839A86-264D-430B-B88F-6278CA483230}"/>
              </a:ext>
            </a:extLst>
          </p:cNvPr>
          <p:cNvSpPr>
            <a:spLocks noGrp="1"/>
          </p:cNvSpPr>
          <p:nvPr>
            <p:ph sz="half" idx="2"/>
          </p:nvPr>
        </p:nvSpPr>
        <p:spPr>
          <a:xfrm>
            <a:off x="407989" y="1844675"/>
            <a:ext cx="5550010" cy="4429125"/>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ußzeilenplatzhalter 7">
            <a:extLst>
              <a:ext uri="{FF2B5EF4-FFF2-40B4-BE49-F238E27FC236}">
                <a16:creationId xmlns:a16="http://schemas.microsoft.com/office/drawing/2014/main" id="{1060F2FB-0839-494C-B1B1-8A7A479F730E}"/>
              </a:ext>
            </a:extLst>
          </p:cNvPr>
          <p:cNvSpPr>
            <a:spLocks noGrp="1"/>
          </p:cNvSpPr>
          <p:nvPr>
            <p:ph type="ftr" sz="quarter" idx="11"/>
          </p:nvPr>
        </p:nvSpPr>
        <p:spPr>
          <a:xfrm>
            <a:off x="773593" y="6543421"/>
            <a:ext cx="11035820" cy="143867"/>
          </a:xfrm>
          <a:prstGeom prst="rect">
            <a:avLst/>
          </a:prstGeom>
        </p:spPr>
        <p:txBody>
          <a:bodyPr/>
          <a:lstStyle/>
          <a:p>
            <a:r>
              <a:rPr lang="en-US"/>
              <a:t>Case Studies/ V-SUM-Integration  - C01-S • CRC 1608 Strategic Project to C01 • Patrick Grycz • 20.07.2026</a:t>
            </a:r>
            <a:endParaRPr lang="de-DE" dirty="0"/>
          </a:p>
        </p:txBody>
      </p:sp>
      <p:sp>
        <p:nvSpPr>
          <p:cNvPr id="9" name="Foliennummernplatzhalter 8">
            <a:extLst>
              <a:ext uri="{FF2B5EF4-FFF2-40B4-BE49-F238E27FC236}">
                <a16:creationId xmlns:a16="http://schemas.microsoft.com/office/drawing/2014/main" id="{346D8022-A349-48B0-A00B-464F8483F876}"/>
              </a:ext>
            </a:extLst>
          </p:cNvPr>
          <p:cNvSpPr>
            <a:spLocks noGrp="1"/>
          </p:cNvSpPr>
          <p:nvPr>
            <p:ph type="sldNum" sz="quarter" idx="12"/>
          </p:nvPr>
        </p:nvSpPr>
        <p:spPr/>
        <p:txBody>
          <a:bodyPr/>
          <a:lstStyle/>
          <a:p>
            <a:fld id="{0BBFC357-94BC-44C8-B600-C5D15BBAA3CF}" type="slidenum">
              <a:rPr lang="de-DE" smtClean="0"/>
              <a:t>‹Nr.›</a:t>
            </a:fld>
            <a:endParaRPr lang="de-DE"/>
          </a:p>
        </p:txBody>
      </p:sp>
    </p:spTree>
    <p:extLst>
      <p:ext uri="{BB962C8B-B14F-4D97-AF65-F5344CB8AC3E}">
        <p14:creationId xmlns:p14="http://schemas.microsoft.com/office/powerpoint/2010/main" val="2867625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nhalt und Bild links">
    <p:spTree>
      <p:nvGrpSpPr>
        <p:cNvPr id="1" name=""/>
        <p:cNvGrpSpPr/>
        <p:nvPr/>
      </p:nvGrpSpPr>
      <p:grpSpPr>
        <a:xfrm>
          <a:off x="0" y="0"/>
          <a:ext cx="0" cy="0"/>
          <a:chOff x="0" y="0"/>
          <a:chExt cx="0" cy="0"/>
        </a:xfrm>
      </p:grpSpPr>
      <p:sp>
        <p:nvSpPr>
          <p:cNvPr id="12" name="Bildplatzhalter 11">
            <a:extLst>
              <a:ext uri="{FF2B5EF4-FFF2-40B4-BE49-F238E27FC236}">
                <a16:creationId xmlns:a16="http://schemas.microsoft.com/office/drawing/2014/main" id="{64CCBE89-0F8A-4602-93B8-B2ECC82F0C6A}"/>
              </a:ext>
            </a:extLst>
          </p:cNvPr>
          <p:cNvSpPr>
            <a:spLocks noGrp="1"/>
          </p:cNvSpPr>
          <p:nvPr>
            <p:ph type="pic" sz="quarter" idx="13"/>
          </p:nvPr>
        </p:nvSpPr>
        <p:spPr>
          <a:xfrm>
            <a:off x="407988" y="1881188"/>
            <a:ext cx="5550011" cy="4392612"/>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2" name="Titel 1">
            <a:extLst>
              <a:ext uri="{FF2B5EF4-FFF2-40B4-BE49-F238E27FC236}">
                <a16:creationId xmlns:a16="http://schemas.microsoft.com/office/drawing/2014/main" id="{00EE9452-62DD-4662-8A73-CC8B0A47F2B1}"/>
              </a:ext>
            </a:extLst>
          </p:cNvPr>
          <p:cNvSpPr>
            <a:spLocks noGrp="1"/>
          </p:cNvSpPr>
          <p:nvPr>
            <p:ph type="title"/>
          </p:nvPr>
        </p:nvSpPr>
        <p:spPr>
          <a:xfrm>
            <a:off x="407988" y="296863"/>
            <a:ext cx="8784356" cy="504000"/>
          </a:xfrm>
        </p:spPr>
        <p:txBody>
          <a:bodyPr/>
          <a:lstStyle/>
          <a:p>
            <a:r>
              <a:rPr lang="de-DE"/>
              <a:t>Mastertitelformat bearbeiten</a:t>
            </a:r>
            <a:endParaRPr lang="de-DE" dirty="0"/>
          </a:p>
        </p:txBody>
      </p:sp>
      <p:sp>
        <p:nvSpPr>
          <p:cNvPr id="4" name="Inhaltsplatzhalter 3">
            <a:extLst>
              <a:ext uri="{FF2B5EF4-FFF2-40B4-BE49-F238E27FC236}">
                <a16:creationId xmlns:a16="http://schemas.microsoft.com/office/drawing/2014/main" id="{2B839A86-264D-430B-B88F-6278CA483230}"/>
              </a:ext>
            </a:extLst>
          </p:cNvPr>
          <p:cNvSpPr>
            <a:spLocks noGrp="1"/>
          </p:cNvSpPr>
          <p:nvPr>
            <p:ph sz="half" idx="2"/>
          </p:nvPr>
        </p:nvSpPr>
        <p:spPr>
          <a:xfrm>
            <a:off x="6234001" y="1844675"/>
            <a:ext cx="5550012" cy="4429126"/>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ußzeilenplatzhalter 7">
            <a:extLst>
              <a:ext uri="{FF2B5EF4-FFF2-40B4-BE49-F238E27FC236}">
                <a16:creationId xmlns:a16="http://schemas.microsoft.com/office/drawing/2014/main" id="{1060F2FB-0839-494C-B1B1-8A7A479F730E}"/>
              </a:ext>
            </a:extLst>
          </p:cNvPr>
          <p:cNvSpPr>
            <a:spLocks noGrp="1"/>
          </p:cNvSpPr>
          <p:nvPr>
            <p:ph type="ftr" sz="quarter" idx="11"/>
          </p:nvPr>
        </p:nvSpPr>
        <p:spPr>
          <a:xfrm>
            <a:off x="773593" y="6543421"/>
            <a:ext cx="11035820" cy="143867"/>
          </a:xfrm>
          <a:prstGeom prst="rect">
            <a:avLst/>
          </a:prstGeom>
        </p:spPr>
        <p:txBody>
          <a:bodyPr/>
          <a:lstStyle/>
          <a:p>
            <a:r>
              <a:rPr lang="en-US"/>
              <a:t>Case Studies/ V-SUM-Integration  - C01-S • CRC 1608 Strategic Project to C01 • Patrick Grycz • 20.07.2026</a:t>
            </a:r>
            <a:endParaRPr lang="de-DE" dirty="0"/>
          </a:p>
        </p:txBody>
      </p:sp>
      <p:sp>
        <p:nvSpPr>
          <p:cNvPr id="9" name="Foliennummernplatzhalter 8">
            <a:extLst>
              <a:ext uri="{FF2B5EF4-FFF2-40B4-BE49-F238E27FC236}">
                <a16:creationId xmlns:a16="http://schemas.microsoft.com/office/drawing/2014/main" id="{346D8022-A349-48B0-A00B-464F8483F876}"/>
              </a:ext>
            </a:extLst>
          </p:cNvPr>
          <p:cNvSpPr>
            <a:spLocks noGrp="1"/>
          </p:cNvSpPr>
          <p:nvPr>
            <p:ph type="sldNum" sz="quarter" idx="12"/>
          </p:nvPr>
        </p:nvSpPr>
        <p:spPr/>
        <p:txBody>
          <a:bodyPr/>
          <a:lstStyle/>
          <a:p>
            <a:fld id="{0BBFC357-94BC-44C8-B600-C5D15BBAA3CF}" type="slidenum">
              <a:rPr lang="de-DE" smtClean="0"/>
              <a:t>‹Nr.›</a:t>
            </a:fld>
            <a:endParaRPr lang="de-DE"/>
          </a:p>
        </p:txBody>
      </p:sp>
    </p:spTree>
    <p:extLst>
      <p:ext uri="{BB962C8B-B14F-4D97-AF65-F5344CB8AC3E}">
        <p14:creationId xmlns:p14="http://schemas.microsoft.com/office/powerpoint/2010/main" val="3220524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Vier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F8E346-97E6-4DB8-A0EA-E43564EEB845}"/>
              </a:ext>
            </a:extLst>
          </p:cNvPr>
          <p:cNvSpPr>
            <a:spLocks noGrp="1"/>
          </p:cNvSpPr>
          <p:nvPr>
            <p:ph type="title"/>
          </p:nvPr>
        </p:nvSpPr>
        <p:spPr/>
        <p:txBody>
          <a:bodyPr/>
          <a:lstStyle/>
          <a:p>
            <a:r>
              <a:rPr lang="de-DE"/>
              <a:t>Mastertitelformat bearbeiten</a:t>
            </a:r>
            <a:endParaRPr lang="de-DE" dirty="0"/>
          </a:p>
        </p:txBody>
      </p:sp>
      <p:sp>
        <p:nvSpPr>
          <p:cNvPr id="4" name="Fußzeilenplatzhalter 3">
            <a:extLst>
              <a:ext uri="{FF2B5EF4-FFF2-40B4-BE49-F238E27FC236}">
                <a16:creationId xmlns:a16="http://schemas.microsoft.com/office/drawing/2014/main" id="{D0D042B2-C7E9-4B5C-AD50-55F966D22FA9}"/>
              </a:ext>
            </a:extLst>
          </p:cNvPr>
          <p:cNvSpPr>
            <a:spLocks noGrp="1"/>
          </p:cNvSpPr>
          <p:nvPr>
            <p:ph type="ftr" sz="quarter" idx="11"/>
          </p:nvPr>
        </p:nvSpPr>
        <p:spPr>
          <a:xfrm>
            <a:off x="773593" y="6543421"/>
            <a:ext cx="11035820" cy="143867"/>
          </a:xfrm>
          <a:prstGeom prst="rect">
            <a:avLst/>
          </a:prstGeom>
        </p:spPr>
        <p:txBody>
          <a:bodyPr/>
          <a:lstStyle/>
          <a:p>
            <a:r>
              <a:rPr lang="en-US"/>
              <a:t>Case Studies/ V-SUM-Integration  - C01-S • CRC 1608 Strategic Project to C01 • Patrick Grycz • 20.07.2026</a:t>
            </a:r>
            <a:endParaRPr lang="de-DE" dirty="0"/>
          </a:p>
        </p:txBody>
      </p:sp>
      <p:sp>
        <p:nvSpPr>
          <p:cNvPr id="5" name="Foliennummernplatzhalter 4">
            <a:extLst>
              <a:ext uri="{FF2B5EF4-FFF2-40B4-BE49-F238E27FC236}">
                <a16:creationId xmlns:a16="http://schemas.microsoft.com/office/drawing/2014/main" id="{E4A83611-03FD-49FB-9AD7-FABD7BF859D8}"/>
              </a:ext>
            </a:extLst>
          </p:cNvPr>
          <p:cNvSpPr>
            <a:spLocks noGrp="1"/>
          </p:cNvSpPr>
          <p:nvPr>
            <p:ph type="sldNum" sz="quarter" idx="12"/>
          </p:nvPr>
        </p:nvSpPr>
        <p:spPr/>
        <p:txBody>
          <a:bodyPr/>
          <a:lstStyle/>
          <a:p>
            <a:fld id="{0BBFC357-94BC-44C8-B600-C5D15BBAA3CF}" type="slidenum">
              <a:rPr lang="de-DE" smtClean="0"/>
              <a:t>‹Nr.›</a:t>
            </a:fld>
            <a:endParaRPr lang="de-DE" dirty="0"/>
          </a:p>
        </p:txBody>
      </p:sp>
      <p:sp>
        <p:nvSpPr>
          <p:cNvPr id="14" name="Bildplatzhalter 11">
            <a:extLst>
              <a:ext uri="{FF2B5EF4-FFF2-40B4-BE49-F238E27FC236}">
                <a16:creationId xmlns:a16="http://schemas.microsoft.com/office/drawing/2014/main" id="{5444CA1A-BB0E-4101-88A7-BF2A2A16FFB7}"/>
              </a:ext>
            </a:extLst>
          </p:cNvPr>
          <p:cNvSpPr>
            <a:spLocks noGrp="1"/>
          </p:cNvSpPr>
          <p:nvPr>
            <p:ph type="pic" sz="quarter" idx="13"/>
          </p:nvPr>
        </p:nvSpPr>
        <p:spPr>
          <a:xfrm>
            <a:off x="407989" y="1881188"/>
            <a:ext cx="2555664" cy="1727832"/>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15" name="Bildplatzhalter 11">
            <a:extLst>
              <a:ext uri="{FF2B5EF4-FFF2-40B4-BE49-F238E27FC236}">
                <a16:creationId xmlns:a16="http://schemas.microsoft.com/office/drawing/2014/main" id="{BBC456EB-11B0-4F2E-964E-BB31D1253B9E}"/>
              </a:ext>
            </a:extLst>
          </p:cNvPr>
          <p:cNvSpPr>
            <a:spLocks noGrp="1"/>
          </p:cNvSpPr>
          <p:nvPr>
            <p:ph type="pic" sz="quarter" idx="14"/>
          </p:nvPr>
        </p:nvSpPr>
        <p:spPr>
          <a:xfrm>
            <a:off x="3359696" y="1881188"/>
            <a:ext cx="2555664" cy="1727832"/>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16" name="Bildplatzhalter 11">
            <a:extLst>
              <a:ext uri="{FF2B5EF4-FFF2-40B4-BE49-F238E27FC236}">
                <a16:creationId xmlns:a16="http://schemas.microsoft.com/office/drawing/2014/main" id="{61166AEC-D55F-4A66-9BD7-4A5E1188AA61}"/>
              </a:ext>
            </a:extLst>
          </p:cNvPr>
          <p:cNvSpPr>
            <a:spLocks noGrp="1"/>
          </p:cNvSpPr>
          <p:nvPr>
            <p:ph type="pic" sz="quarter" idx="15"/>
          </p:nvPr>
        </p:nvSpPr>
        <p:spPr>
          <a:xfrm>
            <a:off x="6311403" y="1881188"/>
            <a:ext cx="2555664" cy="1727832"/>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17" name="Bildplatzhalter 11">
            <a:extLst>
              <a:ext uri="{FF2B5EF4-FFF2-40B4-BE49-F238E27FC236}">
                <a16:creationId xmlns:a16="http://schemas.microsoft.com/office/drawing/2014/main" id="{0BF7F625-91A6-48EE-83B1-06E56D5C7285}"/>
              </a:ext>
            </a:extLst>
          </p:cNvPr>
          <p:cNvSpPr>
            <a:spLocks noGrp="1"/>
          </p:cNvSpPr>
          <p:nvPr>
            <p:ph type="pic" sz="quarter" idx="16"/>
          </p:nvPr>
        </p:nvSpPr>
        <p:spPr>
          <a:xfrm>
            <a:off x="9228348" y="1881188"/>
            <a:ext cx="2555664" cy="1727832"/>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endParaRPr lang="de-DE" dirty="0"/>
          </a:p>
        </p:txBody>
      </p:sp>
      <p:sp>
        <p:nvSpPr>
          <p:cNvPr id="20" name="Textplatzhalter 19">
            <a:extLst>
              <a:ext uri="{FF2B5EF4-FFF2-40B4-BE49-F238E27FC236}">
                <a16:creationId xmlns:a16="http://schemas.microsoft.com/office/drawing/2014/main" id="{6062C617-361B-47CC-AB35-F3DCF8C1079B}"/>
              </a:ext>
            </a:extLst>
          </p:cNvPr>
          <p:cNvSpPr>
            <a:spLocks noGrp="1"/>
          </p:cNvSpPr>
          <p:nvPr>
            <p:ph type="body" sz="quarter" idx="17"/>
          </p:nvPr>
        </p:nvSpPr>
        <p:spPr>
          <a:xfrm>
            <a:off x="407988" y="3789040"/>
            <a:ext cx="2556001" cy="2304740"/>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1" name="Textplatzhalter 19">
            <a:extLst>
              <a:ext uri="{FF2B5EF4-FFF2-40B4-BE49-F238E27FC236}">
                <a16:creationId xmlns:a16="http://schemas.microsoft.com/office/drawing/2014/main" id="{047333BB-E722-46F2-833D-96CB1B13F749}"/>
              </a:ext>
            </a:extLst>
          </p:cNvPr>
          <p:cNvSpPr>
            <a:spLocks noGrp="1"/>
          </p:cNvSpPr>
          <p:nvPr>
            <p:ph type="body" sz="quarter" idx="18"/>
          </p:nvPr>
        </p:nvSpPr>
        <p:spPr>
          <a:xfrm>
            <a:off x="3348108" y="3789040"/>
            <a:ext cx="2556001" cy="2304740"/>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2" name="Textplatzhalter 19">
            <a:extLst>
              <a:ext uri="{FF2B5EF4-FFF2-40B4-BE49-F238E27FC236}">
                <a16:creationId xmlns:a16="http://schemas.microsoft.com/office/drawing/2014/main" id="{FFDA62BA-92A9-4C94-A93F-6C0E3035BA13}"/>
              </a:ext>
            </a:extLst>
          </p:cNvPr>
          <p:cNvSpPr>
            <a:spLocks noGrp="1"/>
          </p:cNvSpPr>
          <p:nvPr>
            <p:ph type="body" sz="quarter" idx="19"/>
          </p:nvPr>
        </p:nvSpPr>
        <p:spPr>
          <a:xfrm>
            <a:off x="6288228" y="3789040"/>
            <a:ext cx="2556001" cy="2304740"/>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3" name="Textplatzhalter 19">
            <a:extLst>
              <a:ext uri="{FF2B5EF4-FFF2-40B4-BE49-F238E27FC236}">
                <a16:creationId xmlns:a16="http://schemas.microsoft.com/office/drawing/2014/main" id="{E40C4AD6-5A0C-42EC-91D8-14F0F244EE42}"/>
              </a:ext>
            </a:extLst>
          </p:cNvPr>
          <p:cNvSpPr>
            <a:spLocks noGrp="1"/>
          </p:cNvSpPr>
          <p:nvPr>
            <p:ph type="body" sz="quarter" idx="20"/>
          </p:nvPr>
        </p:nvSpPr>
        <p:spPr>
          <a:xfrm>
            <a:off x="9228348" y="3789040"/>
            <a:ext cx="2556001" cy="2304740"/>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75523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Zwei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F8E346-97E6-4DB8-A0EA-E43564EEB845}"/>
              </a:ext>
            </a:extLst>
          </p:cNvPr>
          <p:cNvSpPr>
            <a:spLocks noGrp="1"/>
          </p:cNvSpPr>
          <p:nvPr>
            <p:ph type="title"/>
          </p:nvPr>
        </p:nvSpPr>
        <p:spPr>
          <a:xfrm>
            <a:off x="407988" y="296863"/>
            <a:ext cx="8784356" cy="504000"/>
          </a:xfrm>
        </p:spPr>
        <p:txBody>
          <a:bodyPr/>
          <a:lstStyle/>
          <a:p>
            <a:r>
              <a:rPr lang="de-DE"/>
              <a:t>Mastertitelformat bearbeiten</a:t>
            </a:r>
            <a:endParaRPr lang="de-DE" dirty="0"/>
          </a:p>
        </p:txBody>
      </p:sp>
      <p:sp>
        <p:nvSpPr>
          <p:cNvPr id="4" name="Fußzeilenplatzhalter 3">
            <a:extLst>
              <a:ext uri="{FF2B5EF4-FFF2-40B4-BE49-F238E27FC236}">
                <a16:creationId xmlns:a16="http://schemas.microsoft.com/office/drawing/2014/main" id="{D0D042B2-C7E9-4B5C-AD50-55F966D22FA9}"/>
              </a:ext>
            </a:extLst>
          </p:cNvPr>
          <p:cNvSpPr>
            <a:spLocks noGrp="1"/>
          </p:cNvSpPr>
          <p:nvPr>
            <p:ph type="ftr" sz="quarter" idx="11"/>
          </p:nvPr>
        </p:nvSpPr>
        <p:spPr>
          <a:xfrm>
            <a:off x="773593" y="6543421"/>
            <a:ext cx="11035820" cy="143867"/>
          </a:xfrm>
          <a:prstGeom prst="rect">
            <a:avLst/>
          </a:prstGeom>
        </p:spPr>
        <p:txBody>
          <a:bodyPr/>
          <a:lstStyle/>
          <a:p>
            <a:r>
              <a:rPr lang="en-US"/>
              <a:t>Case Studies/ V-SUM-Integration  - C01-S • CRC 1608 Strategic Project to C01 • Patrick Grycz • 20.07.2026</a:t>
            </a:r>
            <a:endParaRPr lang="de-DE" dirty="0"/>
          </a:p>
        </p:txBody>
      </p:sp>
      <p:sp>
        <p:nvSpPr>
          <p:cNvPr id="5" name="Foliennummernplatzhalter 4">
            <a:extLst>
              <a:ext uri="{FF2B5EF4-FFF2-40B4-BE49-F238E27FC236}">
                <a16:creationId xmlns:a16="http://schemas.microsoft.com/office/drawing/2014/main" id="{E4A83611-03FD-49FB-9AD7-FABD7BF859D8}"/>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14" name="Bildplatzhalter 11">
            <a:extLst>
              <a:ext uri="{FF2B5EF4-FFF2-40B4-BE49-F238E27FC236}">
                <a16:creationId xmlns:a16="http://schemas.microsoft.com/office/drawing/2014/main" id="{5444CA1A-BB0E-4101-88A7-BF2A2A16FFB7}"/>
              </a:ext>
            </a:extLst>
          </p:cNvPr>
          <p:cNvSpPr>
            <a:spLocks noGrp="1"/>
          </p:cNvSpPr>
          <p:nvPr>
            <p:ph type="pic" sz="quarter" idx="13"/>
          </p:nvPr>
        </p:nvSpPr>
        <p:spPr>
          <a:xfrm>
            <a:off x="407987" y="1881188"/>
            <a:ext cx="5550011" cy="3131988"/>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15" name="Bildplatzhalter 11">
            <a:extLst>
              <a:ext uri="{FF2B5EF4-FFF2-40B4-BE49-F238E27FC236}">
                <a16:creationId xmlns:a16="http://schemas.microsoft.com/office/drawing/2014/main" id="{BBC456EB-11B0-4F2E-964E-BB31D1253B9E}"/>
              </a:ext>
            </a:extLst>
          </p:cNvPr>
          <p:cNvSpPr>
            <a:spLocks noGrp="1"/>
          </p:cNvSpPr>
          <p:nvPr>
            <p:ph type="pic" sz="quarter" idx="14"/>
          </p:nvPr>
        </p:nvSpPr>
        <p:spPr>
          <a:xfrm>
            <a:off x="6234000" y="1881188"/>
            <a:ext cx="5550012" cy="3131988"/>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25" name="Textplatzhalter 19">
            <a:extLst>
              <a:ext uri="{FF2B5EF4-FFF2-40B4-BE49-F238E27FC236}">
                <a16:creationId xmlns:a16="http://schemas.microsoft.com/office/drawing/2014/main" id="{116B46EE-E36F-445B-AA1E-0070C1F30F89}"/>
              </a:ext>
            </a:extLst>
          </p:cNvPr>
          <p:cNvSpPr>
            <a:spLocks noGrp="1"/>
          </p:cNvSpPr>
          <p:nvPr>
            <p:ph type="body" sz="quarter" idx="17"/>
          </p:nvPr>
        </p:nvSpPr>
        <p:spPr>
          <a:xfrm>
            <a:off x="407988" y="5229200"/>
            <a:ext cx="5550010" cy="1044600"/>
          </a:xfrm>
        </p:spPr>
        <p:txBody>
          <a:bodyPr/>
          <a:lstStyle>
            <a:lvl1pPr>
              <a:defRPr sz="1600">
                <a:solidFill>
                  <a:schemeClr val="tx2"/>
                </a:solidFill>
              </a:defRPr>
            </a:lvl1pPr>
            <a:lvl2pPr>
              <a:defRPr sz="1600"/>
            </a:lvl2pPr>
            <a:lvl3pPr>
              <a:defRPr sz="1600"/>
            </a:lvl3pPr>
          </a:lstStyle>
          <a:p>
            <a:pPr lvl="0"/>
            <a:r>
              <a:rPr lang="de-DE" dirty="0"/>
              <a:t>Mastertextformat bearbeiten</a:t>
            </a:r>
          </a:p>
          <a:p>
            <a:pPr lvl="1"/>
            <a:r>
              <a:rPr lang="de-DE" dirty="0"/>
              <a:t>Zweite Ebene</a:t>
            </a:r>
          </a:p>
          <a:p>
            <a:pPr lvl="2"/>
            <a:r>
              <a:rPr lang="de-DE" dirty="0"/>
              <a:t>Dritte Ebene</a:t>
            </a:r>
          </a:p>
        </p:txBody>
      </p:sp>
      <p:sp>
        <p:nvSpPr>
          <p:cNvPr id="26" name="Textplatzhalter 19">
            <a:extLst>
              <a:ext uri="{FF2B5EF4-FFF2-40B4-BE49-F238E27FC236}">
                <a16:creationId xmlns:a16="http://schemas.microsoft.com/office/drawing/2014/main" id="{723BBC4C-C0D4-48BB-8424-0EDA67550BCD}"/>
              </a:ext>
            </a:extLst>
          </p:cNvPr>
          <p:cNvSpPr>
            <a:spLocks noGrp="1"/>
          </p:cNvSpPr>
          <p:nvPr>
            <p:ph type="body" sz="quarter" idx="18"/>
          </p:nvPr>
        </p:nvSpPr>
        <p:spPr>
          <a:xfrm>
            <a:off x="6234000" y="5229200"/>
            <a:ext cx="5550013" cy="1044600"/>
          </a:xfrm>
        </p:spPr>
        <p:txBody>
          <a:bodyPr/>
          <a:lstStyle>
            <a:lvl1pPr>
              <a:defRPr sz="1600">
                <a:solidFill>
                  <a:schemeClr val="tx2"/>
                </a:solidFill>
              </a:defRPr>
            </a:lvl1pPr>
            <a:lvl2pPr>
              <a:defRPr sz="1600"/>
            </a:lvl2pPr>
            <a:lvl3pPr>
              <a:defRPr sz="1600"/>
            </a:lvl3pPr>
          </a:lstStyle>
          <a:p>
            <a:pPr lvl="0"/>
            <a:r>
              <a:rPr lang="de-DE" dirty="0"/>
              <a:t>Mastertextformat bearbeiten</a:t>
            </a:r>
          </a:p>
          <a:p>
            <a:pPr lvl="1"/>
            <a:r>
              <a:rPr lang="de-DE" dirty="0"/>
              <a:t>Zweite Ebene</a:t>
            </a:r>
          </a:p>
          <a:p>
            <a:pPr lvl="2"/>
            <a:r>
              <a:rPr lang="de-DE" dirty="0"/>
              <a:t>Dritte Ebene</a:t>
            </a:r>
          </a:p>
        </p:txBody>
      </p:sp>
    </p:spTree>
    <p:extLst>
      <p:ext uri="{BB962C8B-B14F-4D97-AF65-F5344CB8AC3E}">
        <p14:creationId xmlns:p14="http://schemas.microsoft.com/office/powerpoint/2010/main" val="1434676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Zwei Bilder versetz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F8E346-97E6-4DB8-A0EA-E43564EEB845}"/>
              </a:ext>
            </a:extLst>
          </p:cNvPr>
          <p:cNvSpPr>
            <a:spLocks noGrp="1"/>
          </p:cNvSpPr>
          <p:nvPr>
            <p:ph type="title"/>
          </p:nvPr>
        </p:nvSpPr>
        <p:spPr>
          <a:xfrm>
            <a:off x="407988" y="296863"/>
            <a:ext cx="8784356" cy="504000"/>
          </a:xfrm>
        </p:spPr>
        <p:txBody>
          <a:bodyPr/>
          <a:lstStyle/>
          <a:p>
            <a:r>
              <a:rPr lang="de-DE"/>
              <a:t>Mastertitelformat bearbeiten</a:t>
            </a:r>
            <a:endParaRPr lang="de-DE" dirty="0"/>
          </a:p>
        </p:txBody>
      </p:sp>
      <p:sp>
        <p:nvSpPr>
          <p:cNvPr id="4" name="Fußzeilenplatzhalter 3">
            <a:extLst>
              <a:ext uri="{FF2B5EF4-FFF2-40B4-BE49-F238E27FC236}">
                <a16:creationId xmlns:a16="http://schemas.microsoft.com/office/drawing/2014/main" id="{D0D042B2-C7E9-4B5C-AD50-55F966D22FA9}"/>
              </a:ext>
            </a:extLst>
          </p:cNvPr>
          <p:cNvSpPr>
            <a:spLocks noGrp="1"/>
          </p:cNvSpPr>
          <p:nvPr>
            <p:ph type="ftr" sz="quarter" idx="11"/>
          </p:nvPr>
        </p:nvSpPr>
        <p:spPr>
          <a:xfrm>
            <a:off x="773593" y="6543421"/>
            <a:ext cx="11035820" cy="143867"/>
          </a:xfrm>
          <a:prstGeom prst="rect">
            <a:avLst/>
          </a:prstGeom>
        </p:spPr>
        <p:txBody>
          <a:bodyPr/>
          <a:lstStyle/>
          <a:p>
            <a:r>
              <a:rPr lang="en-US"/>
              <a:t>Case Studies/ V-SUM-Integration  - C01-S • CRC 1608 Strategic Project to C01 • Patrick Grycz • 20.07.2026</a:t>
            </a:r>
            <a:endParaRPr lang="de-DE" dirty="0"/>
          </a:p>
        </p:txBody>
      </p:sp>
      <p:sp>
        <p:nvSpPr>
          <p:cNvPr id="5" name="Foliennummernplatzhalter 4">
            <a:extLst>
              <a:ext uri="{FF2B5EF4-FFF2-40B4-BE49-F238E27FC236}">
                <a16:creationId xmlns:a16="http://schemas.microsoft.com/office/drawing/2014/main" id="{E4A83611-03FD-49FB-9AD7-FABD7BF859D8}"/>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14" name="Bildplatzhalter 11">
            <a:extLst>
              <a:ext uri="{FF2B5EF4-FFF2-40B4-BE49-F238E27FC236}">
                <a16:creationId xmlns:a16="http://schemas.microsoft.com/office/drawing/2014/main" id="{5444CA1A-BB0E-4101-88A7-BF2A2A16FFB7}"/>
              </a:ext>
            </a:extLst>
          </p:cNvPr>
          <p:cNvSpPr>
            <a:spLocks noGrp="1"/>
          </p:cNvSpPr>
          <p:nvPr>
            <p:ph type="pic" sz="quarter" idx="13"/>
          </p:nvPr>
        </p:nvSpPr>
        <p:spPr>
          <a:xfrm>
            <a:off x="407987" y="1881188"/>
            <a:ext cx="5550011" cy="3131988"/>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15" name="Bildplatzhalter 11">
            <a:extLst>
              <a:ext uri="{FF2B5EF4-FFF2-40B4-BE49-F238E27FC236}">
                <a16:creationId xmlns:a16="http://schemas.microsoft.com/office/drawing/2014/main" id="{BBC456EB-11B0-4F2E-964E-BB31D1253B9E}"/>
              </a:ext>
            </a:extLst>
          </p:cNvPr>
          <p:cNvSpPr>
            <a:spLocks noGrp="1"/>
          </p:cNvSpPr>
          <p:nvPr>
            <p:ph type="pic" sz="quarter" idx="14"/>
          </p:nvPr>
        </p:nvSpPr>
        <p:spPr>
          <a:xfrm>
            <a:off x="6233999" y="3141812"/>
            <a:ext cx="5550013" cy="3131988"/>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sp>
        <p:nvSpPr>
          <p:cNvPr id="25" name="Textplatzhalter 19">
            <a:extLst>
              <a:ext uri="{FF2B5EF4-FFF2-40B4-BE49-F238E27FC236}">
                <a16:creationId xmlns:a16="http://schemas.microsoft.com/office/drawing/2014/main" id="{116B46EE-E36F-445B-AA1E-0070C1F30F89}"/>
              </a:ext>
            </a:extLst>
          </p:cNvPr>
          <p:cNvSpPr>
            <a:spLocks noGrp="1"/>
          </p:cNvSpPr>
          <p:nvPr>
            <p:ph type="body" sz="quarter" idx="17"/>
          </p:nvPr>
        </p:nvSpPr>
        <p:spPr>
          <a:xfrm>
            <a:off x="407988" y="5229200"/>
            <a:ext cx="5550010" cy="1044600"/>
          </a:xfrm>
        </p:spPr>
        <p:txBody>
          <a:bodyPr/>
          <a:lstStyle>
            <a:lvl1pPr>
              <a:defRPr sz="1600">
                <a:solidFill>
                  <a:schemeClr val="tx2"/>
                </a:solidFill>
              </a:defRPr>
            </a:lvl1pPr>
            <a:lvl2pPr>
              <a:defRPr sz="1600"/>
            </a:lvl2pPr>
            <a:lvl3pPr>
              <a:defRPr sz="1600"/>
            </a:lvl3pPr>
          </a:lstStyle>
          <a:p>
            <a:pPr lvl="0"/>
            <a:r>
              <a:rPr lang="de-DE" dirty="0"/>
              <a:t>Mastertextformat bearbeiten</a:t>
            </a:r>
          </a:p>
          <a:p>
            <a:pPr lvl="1"/>
            <a:r>
              <a:rPr lang="de-DE" dirty="0"/>
              <a:t>Zweite Ebene</a:t>
            </a:r>
          </a:p>
          <a:p>
            <a:pPr lvl="2"/>
            <a:r>
              <a:rPr lang="de-DE" dirty="0"/>
              <a:t>Dritte Ebene</a:t>
            </a:r>
          </a:p>
        </p:txBody>
      </p:sp>
      <p:sp>
        <p:nvSpPr>
          <p:cNvPr id="26" name="Textplatzhalter 19">
            <a:extLst>
              <a:ext uri="{FF2B5EF4-FFF2-40B4-BE49-F238E27FC236}">
                <a16:creationId xmlns:a16="http://schemas.microsoft.com/office/drawing/2014/main" id="{723BBC4C-C0D4-48BB-8424-0EDA67550BCD}"/>
              </a:ext>
            </a:extLst>
          </p:cNvPr>
          <p:cNvSpPr>
            <a:spLocks noGrp="1"/>
          </p:cNvSpPr>
          <p:nvPr>
            <p:ph type="body" sz="quarter" idx="18"/>
          </p:nvPr>
        </p:nvSpPr>
        <p:spPr>
          <a:xfrm>
            <a:off x="6234000" y="1844675"/>
            <a:ext cx="5550013" cy="1081113"/>
          </a:xfrm>
        </p:spPr>
        <p:txBody>
          <a:bodyPr/>
          <a:lstStyle>
            <a:lvl1pPr>
              <a:defRPr sz="1600">
                <a:solidFill>
                  <a:schemeClr val="tx2"/>
                </a:solidFill>
              </a:defRPr>
            </a:lvl1pPr>
            <a:lvl2pPr>
              <a:defRPr sz="1600"/>
            </a:lvl2pPr>
            <a:lvl3pPr>
              <a:defRPr sz="1600"/>
            </a:lvl3pPr>
          </a:lstStyle>
          <a:p>
            <a:pPr lvl="0"/>
            <a:r>
              <a:rPr lang="de-DE" dirty="0"/>
              <a:t>Mastertextformat bearbeiten</a:t>
            </a:r>
          </a:p>
          <a:p>
            <a:pPr lvl="1"/>
            <a:r>
              <a:rPr lang="de-DE" dirty="0"/>
              <a:t>Zweite Ebene</a:t>
            </a:r>
          </a:p>
          <a:p>
            <a:pPr lvl="2"/>
            <a:r>
              <a:rPr lang="de-DE" dirty="0"/>
              <a:t>Dritte Ebene</a:t>
            </a:r>
          </a:p>
        </p:txBody>
      </p:sp>
    </p:spTree>
    <p:extLst>
      <p:ext uri="{BB962C8B-B14F-4D97-AF65-F5344CB8AC3E}">
        <p14:creationId xmlns:p14="http://schemas.microsoft.com/office/powerpoint/2010/main" val="337531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19BD71-7858-4182-B665-B1B000CA7815}"/>
              </a:ext>
            </a:extLst>
          </p:cNvPr>
          <p:cNvSpPr>
            <a:spLocks noGrp="1"/>
          </p:cNvSpPr>
          <p:nvPr>
            <p:ph type="title" hasCustomPrompt="1"/>
          </p:nvPr>
        </p:nvSpPr>
        <p:spPr>
          <a:xfrm>
            <a:off x="407987" y="1844675"/>
            <a:ext cx="5543997" cy="2097586"/>
          </a:xfrm>
        </p:spPr>
        <p:txBody>
          <a:bodyPr anchor="b" anchorCtr="0"/>
          <a:lstStyle>
            <a:lvl1pPr>
              <a:defRPr/>
            </a:lvl1pPr>
          </a:lstStyle>
          <a:p>
            <a:r>
              <a:rPr lang="de-DE" dirty="0"/>
              <a:t>Ich bin ein Zitat: </a:t>
            </a:r>
            <a:br>
              <a:rPr lang="de-DE" dirty="0"/>
            </a:br>
            <a:r>
              <a:rPr lang="de-DE" dirty="0"/>
              <a:t>Lorem ipsum dolor sit </a:t>
            </a:r>
            <a:r>
              <a:rPr lang="de-DE" dirty="0" err="1"/>
              <a:t>amet</a:t>
            </a:r>
            <a:r>
              <a:rPr lang="de-DE" dirty="0"/>
              <a:t>, consetetur </a:t>
            </a:r>
            <a:r>
              <a:rPr lang="de-DE" dirty="0" err="1"/>
              <a:t>sadipscing</a:t>
            </a:r>
            <a:r>
              <a:rPr lang="de-DE" dirty="0"/>
              <a:t> </a:t>
            </a:r>
            <a:r>
              <a:rPr lang="de-DE" dirty="0" err="1"/>
              <a:t>eli</a:t>
            </a:r>
            <a:r>
              <a:rPr lang="de-DE" dirty="0"/>
              <a:t> sed diam nonumy eirmod.</a:t>
            </a:r>
          </a:p>
        </p:txBody>
      </p:sp>
      <p:sp>
        <p:nvSpPr>
          <p:cNvPr id="6" name="Fußzeilenplatzhalter 5">
            <a:extLst>
              <a:ext uri="{FF2B5EF4-FFF2-40B4-BE49-F238E27FC236}">
                <a16:creationId xmlns:a16="http://schemas.microsoft.com/office/drawing/2014/main" id="{D8394C23-917E-4B8C-BFF7-21B54DA451D7}"/>
              </a:ext>
            </a:extLst>
          </p:cNvPr>
          <p:cNvSpPr>
            <a:spLocks noGrp="1"/>
          </p:cNvSpPr>
          <p:nvPr>
            <p:ph type="ftr" sz="quarter" idx="11"/>
          </p:nvPr>
        </p:nvSpPr>
        <p:spPr>
          <a:xfrm>
            <a:off x="773593" y="6543421"/>
            <a:ext cx="11035820" cy="143867"/>
          </a:xfrm>
          <a:prstGeom prst="rect">
            <a:avLst/>
          </a:prstGeom>
        </p:spPr>
        <p:txBody>
          <a:bodyPr/>
          <a:lstStyle/>
          <a:p>
            <a:r>
              <a:rPr lang="en-US"/>
              <a:t>Case Studies/ V-SUM-Integration  - C01-S • CRC 1608 Strategic Project to C01 • Patrick Grycz • 20.07.2026</a:t>
            </a:r>
            <a:endParaRPr lang="de-DE" dirty="0"/>
          </a:p>
        </p:txBody>
      </p:sp>
      <p:sp>
        <p:nvSpPr>
          <p:cNvPr id="7" name="Foliennummernplatzhalter 6">
            <a:extLst>
              <a:ext uri="{FF2B5EF4-FFF2-40B4-BE49-F238E27FC236}">
                <a16:creationId xmlns:a16="http://schemas.microsoft.com/office/drawing/2014/main" id="{4C3170B6-152E-4A77-9854-50B7ECD5A9DE}"/>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5" name="Inhaltsplatzhalter 2">
            <a:extLst>
              <a:ext uri="{FF2B5EF4-FFF2-40B4-BE49-F238E27FC236}">
                <a16:creationId xmlns:a16="http://schemas.microsoft.com/office/drawing/2014/main" id="{3A3763B4-7594-DEBC-236A-99C115CAF506}"/>
              </a:ext>
            </a:extLst>
          </p:cNvPr>
          <p:cNvSpPr>
            <a:spLocks noGrp="1"/>
          </p:cNvSpPr>
          <p:nvPr>
            <p:ph sz="half" idx="1" hasCustomPrompt="1"/>
          </p:nvPr>
        </p:nvSpPr>
        <p:spPr>
          <a:xfrm>
            <a:off x="407987" y="4149080"/>
            <a:ext cx="5550011" cy="1080120"/>
          </a:xfrm>
        </p:spPr>
        <p:txBody>
          <a:bodyPr/>
          <a:lstStyle>
            <a:lvl1pPr>
              <a:defRPr sz="1200">
                <a:solidFill>
                  <a:schemeClr val="tx2"/>
                </a:solidFill>
              </a:defRPr>
            </a:lvl1pPr>
            <a:lvl2pPr>
              <a:defRPr sz="1200"/>
            </a:lvl2pPr>
            <a:lvl3pPr>
              <a:defRPr sz="1600"/>
            </a:lvl3pPr>
            <a:lvl4pPr>
              <a:defRPr sz="1600"/>
            </a:lvl4pPr>
            <a:lvl5pPr>
              <a:defRPr sz="1600"/>
            </a:lvl5pPr>
          </a:lstStyle>
          <a:p>
            <a:pPr lvl="0"/>
            <a:r>
              <a:rPr lang="de-DE" dirty="0"/>
              <a:t>Name Nachname</a:t>
            </a:r>
          </a:p>
          <a:p>
            <a:pPr lvl="1"/>
            <a:r>
              <a:rPr lang="de-DE" dirty="0"/>
              <a:t>Titel</a:t>
            </a:r>
          </a:p>
        </p:txBody>
      </p:sp>
      <p:sp>
        <p:nvSpPr>
          <p:cNvPr id="8" name="Bildplatzhalter 11">
            <a:extLst>
              <a:ext uri="{FF2B5EF4-FFF2-40B4-BE49-F238E27FC236}">
                <a16:creationId xmlns:a16="http://schemas.microsoft.com/office/drawing/2014/main" id="{EAA05A57-1A95-6288-FD4A-4496738F10FA}"/>
              </a:ext>
            </a:extLst>
          </p:cNvPr>
          <p:cNvSpPr>
            <a:spLocks noGrp="1"/>
          </p:cNvSpPr>
          <p:nvPr>
            <p:ph type="pic" sz="quarter" idx="14"/>
          </p:nvPr>
        </p:nvSpPr>
        <p:spPr>
          <a:xfrm>
            <a:off x="6233999" y="0"/>
            <a:ext cx="5958001" cy="6858000"/>
          </a:xfrm>
          <a:pattFill prst="wdUpDiag">
            <a:fgClr>
              <a:schemeClr val="accent1"/>
            </a:fgClr>
            <a:bgClr>
              <a:schemeClr val="bg1"/>
            </a:bgClr>
          </a:pattFill>
        </p:spPr>
        <p:txBody>
          <a:bodyPr bIns="684000" anchor="ctr" anchorCtr="0"/>
          <a:lstStyle>
            <a:lvl1pPr algn="ctr">
              <a:defRPr/>
            </a:lvl1pPr>
          </a:lstStyle>
          <a:p>
            <a:r>
              <a:rPr lang="de-DE"/>
              <a:t>Bild durch Klicken auf Symbol hinzufügen</a:t>
            </a:r>
          </a:p>
        </p:txBody>
      </p:sp>
      <p:pic>
        <p:nvPicPr>
          <p:cNvPr id="9" name="Grafik 8" descr="Ein Bild, das Schrift, Logo, Grafiken, Text enthält.&#10;&#10;Automatisch generierte Beschreibung">
            <a:extLst>
              <a:ext uri="{FF2B5EF4-FFF2-40B4-BE49-F238E27FC236}">
                <a16:creationId xmlns:a16="http://schemas.microsoft.com/office/drawing/2014/main" id="{BF1FAF5F-8850-EBB9-BF5A-78269C79BF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5191" y="212985"/>
            <a:ext cx="1945465" cy="727712"/>
          </a:xfrm>
          <a:prstGeom prst="rect">
            <a:avLst/>
          </a:prstGeom>
        </p:spPr>
      </p:pic>
    </p:spTree>
    <p:extLst>
      <p:ext uri="{BB962C8B-B14F-4D97-AF65-F5344CB8AC3E}">
        <p14:creationId xmlns:p14="http://schemas.microsoft.com/office/powerpoint/2010/main" val="696487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bschluss tiefenblau">
    <p:bg>
      <p:bgRef idx="1001">
        <a:schemeClr val="bg2"/>
      </p:bgRef>
    </p:bg>
    <p:spTree>
      <p:nvGrpSpPr>
        <p:cNvPr id="1" name=""/>
        <p:cNvGrpSpPr/>
        <p:nvPr/>
      </p:nvGrpSpPr>
      <p:grpSpPr>
        <a:xfrm>
          <a:off x="0" y="0"/>
          <a:ext cx="0" cy="0"/>
          <a:chOff x="0" y="0"/>
          <a:chExt cx="0" cy="0"/>
        </a:xfrm>
      </p:grpSpPr>
      <p:sp>
        <p:nvSpPr>
          <p:cNvPr id="26" name="Titel 1">
            <a:extLst>
              <a:ext uri="{FF2B5EF4-FFF2-40B4-BE49-F238E27FC236}">
                <a16:creationId xmlns:a16="http://schemas.microsoft.com/office/drawing/2014/main" id="{41AE2C6D-8CD1-41E2-B1D0-EA3AADE94211}"/>
              </a:ext>
            </a:extLst>
          </p:cNvPr>
          <p:cNvSpPr>
            <a:spLocks noGrp="1"/>
          </p:cNvSpPr>
          <p:nvPr>
            <p:ph type="title" hasCustomPrompt="1"/>
          </p:nvPr>
        </p:nvSpPr>
        <p:spPr>
          <a:xfrm>
            <a:off x="407988" y="1536700"/>
            <a:ext cx="8640762" cy="1424248"/>
          </a:xfrm>
        </p:spPr>
        <p:txBody>
          <a:bodyPr anchor="t" anchorCtr="0"/>
          <a:lstStyle>
            <a:lvl1pPr>
              <a:defRPr sz="4800">
                <a:solidFill>
                  <a:schemeClr val="bg1"/>
                </a:solidFill>
              </a:defRPr>
            </a:lvl1pPr>
          </a:lstStyle>
          <a:p>
            <a:r>
              <a:rPr lang="de-DE" dirty="0"/>
              <a:t>Vielen Dank</a:t>
            </a:r>
          </a:p>
        </p:txBody>
      </p:sp>
      <p:pic>
        <p:nvPicPr>
          <p:cNvPr id="2" name="Grafik 1">
            <a:extLst>
              <a:ext uri="{FF2B5EF4-FFF2-40B4-BE49-F238E27FC236}">
                <a16:creationId xmlns:a16="http://schemas.microsoft.com/office/drawing/2014/main" id="{22606DBB-73E1-D60D-5D51-A39E3C4501BD}"/>
              </a:ext>
            </a:extLst>
          </p:cNvPr>
          <p:cNvPicPr>
            <a:picLocks noChangeAspect="1"/>
          </p:cNvPicPr>
          <p:nvPr userDrawn="1"/>
        </p:nvPicPr>
        <p:blipFill>
          <a:blip r:embed="rId2">
            <a:alphaModFix amt="30000"/>
            <a:extLst>
              <a:ext uri="{96DAC541-7B7A-43D3-8B79-37D633B846F1}">
                <asvg:svgBlip xmlns:asvg="http://schemas.microsoft.com/office/drawing/2016/SVG/main" r:embed="rId3"/>
              </a:ext>
            </a:extLst>
          </a:blip>
          <a:stretch>
            <a:fillRect/>
          </a:stretch>
        </p:blipFill>
        <p:spPr>
          <a:xfrm>
            <a:off x="10272464" y="2616284"/>
            <a:ext cx="3765079" cy="3765079"/>
          </a:xfrm>
          <a:prstGeom prst="rect">
            <a:avLst/>
          </a:prstGeom>
        </p:spPr>
      </p:pic>
      <p:sp>
        <p:nvSpPr>
          <p:cNvPr id="6" name="Rechteck 5">
            <a:extLst>
              <a:ext uri="{FF2B5EF4-FFF2-40B4-BE49-F238E27FC236}">
                <a16:creationId xmlns:a16="http://schemas.microsoft.com/office/drawing/2014/main" id="{1F6FE0BC-1844-7342-81DA-4C4ABFB6DB67}"/>
              </a:ext>
            </a:extLst>
          </p:cNvPr>
          <p:cNvSpPr/>
          <p:nvPr userDrawn="1"/>
        </p:nvSpPr>
        <p:spPr>
          <a:xfrm>
            <a:off x="0" y="-15808"/>
            <a:ext cx="12192000" cy="1092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de-DE" sz="1600" dirty="0">
                <a:solidFill>
                  <a:schemeClr val="tx1"/>
                </a:solidFill>
              </a:rPr>
              <a:t>   </a:t>
            </a:r>
          </a:p>
        </p:txBody>
      </p:sp>
      <p:sp>
        <p:nvSpPr>
          <p:cNvPr id="9" name="Rechteck 8">
            <a:extLst>
              <a:ext uri="{FF2B5EF4-FFF2-40B4-BE49-F238E27FC236}">
                <a16:creationId xmlns:a16="http://schemas.microsoft.com/office/drawing/2014/main" id="{CB3EA357-3B4E-8A1F-1E6C-5D70EFCF780C}"/>
              </a:ext>
            </a:extLst>
          </p:cNvPr>
          <p:cNvSpPr/>
          <p:nvPr userDrawn="1"/>
        </p:nvSpPr>
        <p:spPr>
          <a:xfrm>
            <a:off x="0" y="-15808"/>
            <a:ext cx="12192000" cy="10920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de-DE" sz="1600" dirty="0">
                <a:solidFill>
                  <a:schemeClr val="tx1"/>
                </a:solidFill>
              </a:rPr>
              <a:t>   </a:t>
            </a:r>
          </a:p>
        </p:txBody>
      </p:sp>
      <p:pic>
        <p:nvPicPr>
          <p:cNvPr id="10" name="Grafik 9">
            <a:extLst>
              <a:ext uri="{FF2B5EF4-FFF2-40B4-BE49-F238E27FC236}">
                <a16:creationId xmlns:a16="http://schemas.microsoft.com/office/drawing/2014/main" id="{7016AA16-2FBC-F903-894C-880F82EB443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35360" y="368846"/>
            <a:ext cx="4073212" cy="323850"/>
          </a:xfrm>
          <a:prstGeom prst="rect">
            <a:avLst/>
          </a:prstGeom>
        </p:spPr>
      </p:pic>
      <p:pic>
        <p:nvPicPr>
          <p:cNvPr id="11" name="Grafik 10" descr="Ein Bild, das Grafiken, Schrift, Logo, Screenshot enthält.&#10;&#10;Automatisch generierte Beschreibung">
            <a:extLst>
              <a:ext uri="{FF2B5EF4-FFF2-40B4-BE49-F238E27FC236}">
                <a16:creationId xmlns:a16="http://schemas.microsoft.com/office/drawing/2014/main" id="{526FD815-AE2D-42EE-6940-3D70B90EC2F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056440" y="212985"/>
            <a:ext cx="1945465" cy="727712"/>
          </a:xfrm>
          <a:prstGeom prst="rect">
            <a:avLst/>
          </a:prstGeom>
        </p:spPr>
      </p:pic>
    </p:spTree>
    <p:extLst>
      <p:ext uri="{BB962C8B-B14F-4D97-AF65-F5344CB8AC3E}">
        <p14:creationId xmlns:p14="http://schemas.microsoft.com/office/powerpoint/2010/main" val="11166196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14" name="Bildplatzhalter 4"/>
          <p:cNvSpPr>
            <a:spLocks noGrp="1"/>
          </p:cNvSpPr>
          <p:nvPr>
            <p:ph type="pic" sz="quarter" idx="10" hasCustomPrompt="1"/>
          </p:nvPr>
        </p:nvSpPr>
        <p:spPr>
          <a:xfrm>
            <a:off x="156308" y="3618384"/>
            <a:ext cx="11904459" cy="2707437"/>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de-DE" dirty="0"/>
              <a:t>Fügen Sie auf der Masterfolie ein frei wählbares Bild ein.</a:t>
            </a:r>
          </a:p>
        </p:txBody>
      </p:sp>
      <p:sp>
        <p:nvSpPr>
          <p:cNvPr id="13" name="Text Box 14">
            <a:extLst>
              <a:ext uri="{FF2B5EF4-FFF2-40B4-BE49-F238E27FC236}">
                <a16:creationId xmlns:a16="http://schemas.microsoft.com/office/drawing/2014/main" id="{6C188393-F356-4F5D-80C7-5DAA7302CAFB}"/>
              </a:ext>
            </a:extLst>
          </p:cNvPr>
          <p:cNvSpPr txBox="1">
            <a:spLocks noChangeArrowheads="1"/>
          </p:cNvSpPr>
          <p:nvPr/>
        </p:nvSpPr>
        <p:spPr bwMode="auto">
          <a:xfrm>
            <a:off x="9757834" y="6432821"/>
            <a:ext cx="2302933" cy="328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de-DE" altLang="de-DE" sz="2133" b="1" dirty="0">
                <a:solidFill>
                  <a:schemeClr val="tx1"/>
                </a:solidFill>
              </a:rPr>
              <a:t>www.kit.edu</a:t>
            </a:r>
          </a:p>
        </p:txBody>
      </p:sp>
      <p:sp>
        <p:nvSpPr>
          <p:cNvPr id="17" name="Text Box 14">
            <a:extLst>
              <a:ext uri="{FF2B5EF4-FFF2-40B4-BE49-F238E27FC236}">
                <a16:creationId xmlns:a16="http://schemas.microsoft.com/office/drawing/2014/main" id="{537A5579-09BA-4663-B67D-33B154205799}"/>
              </a:ext>
            </a:extLst>
          </p:cNvPr>
          <p:cNvSpPr txBox="1">
            <a:spLocks noChangeArrowheads="1"/>
          </p:cNvSpPr>
          <p:nvPr userDrawn="1"/>
        </p:nvSpPr>
        <p:spPr bwMode="auto">
          <a:xfrm>
            <a:off x="159662" y="6525687"/>
            <a:ext cx="4808893" cy="169277"/>
          </a:xfrm>
          <a:prstGeom prst="rect">
            <a:avLst/>
          </a:prstGeom>
          <a:noFill/>
          <a:ln w="9525">
            <a:noFill/>
            <a:miter lim="800000"/>
            <a:headEnd/>
            <a:tailEnd/>
          </a:ln>
          <a:effectLst/>
        </p:spPr>
        <p:txBody>
          <a:bodyPr wrap="square" lIns="0" tIns="0" rIns="0" bIns="0">
            <a:spAutoFit/>
          </a:bodyPr>
          <a:lstStyle/>
          <a:p>
            <a:r>
              <a:rPr lang="de-DE" sz="1100" noProof="0" dirty="0"/>
              <a:t>KIT – Die Forschungsuniversität in der Helmholtz-Gemeinschaft</a:t>
            </a:r>
            <a:endParaRPr lang="en-US" sz="1100" noProof="0" dirty="0"/>
          </a:p>
        </p:txBody>
      </p:sp>
      <p:pic>
        <p:nvPicPr>
          <p:cNvPr id="18" name="Grafik 17">
            <a:extLst>
              <a:ext uri="{FF2B5EF4-FFF2-40B4-BE49-F238E27FC236}">
                <a16:creationId xmlns:a16="http://schemas.microsoft.com/office/drawing/2014/main" id="{0486A875-9103-4865-A4A2-F6DFEEEA2EC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528001" y="479852"/>
            <a:ext cx="2177903" cy="1002890"/>
          </a:xfrm>
          <a:prstGeom prst="rect">
            <a:avLst/>
          </a:prstGeom>
        </p:spPr>
      </p:pic>
      <p:sp>
        <p:nvSpPr>
          <p:cNvPr id="25" name="Textplatzhalter 25"/>
          <p:cNvSpPr>
            <a:spLocks noGrp="1"/>
          </p:cNvSpPr>
          <p:nvPr>
            <p:ph type="body" sz="quarter" idx="13" hasCustomPrompt="1"/>
          </p:nvPr>
        </p:nvSpPr>
        <p:spPr>
          <a:xfrm>
            <a:off x="507567" y="2639093"/>
            <a:ext cx="11354233" cy="679663"/>
          </a:xfrm>
        </p:spPr>
        <p:txBody>
          <a:bodyPr>
            <a:noAutofit/>
          </a:bodyPr>
          <a:lstStyle>
            <a:lvl1pPr marL="0" marR="0" indent="0" algn="l" defTabSz="914347" rtl="0" eaLnBrk="1" fontAlgn="auto" latinLnBrk="0" hangingPunct="1">
              <a:lnSpc>
                <a:spcPct val="90000"/>
              </a:lnSpc>
              <a:spcBef>
                <a:spcPts val="480"/>
              </a:spcBef>
              <a:spcAft>
                <a:spcPts val="0"/>
              </a:spcAft>
              <a:buClrTx/>
              <a:buSzPct val="88000"/>
              <a:buFont typeface="Arial" panose="020B0604020202020204" pitchFamily="34" charset="0"/>
              <a:buNone/>
              <a:tabLst/>
              <a:defRPr sz="2399" b="1" i="0" baseline="0">
                <a:solidFill>
                  <a:schemeClr val="bg1">
                    <a:lumMod val="50000"/>
                  </a:schemeClr>
                </a:solidFill>
              </a:defRPr>
            </a:lvl1pPr>
            <a:lvl2pPr marL="473979" indent="0">
              <a:buFont typeface="Arial" panose="020B0604020202020204" pitchFamily="34" charset="0"/>
              <a:buNone/>
              <a:defRPr sz="2399" b="1" i="0"/>
            </a:lvl2pPr>
            <a:lvl3pPr marL="956422" indent="0">
              <a:buFont typeface="Arial" panose="020B0604020202020204" pitchFamily="34" charset="0"/>
              <a:buNone/>
              <a:defRPr sz="2399" b="1" i="0"/>
            </a:lvl3pPr>
            <a:lvl4pPr marL="1430402" indent="0">
              <a:buFont typeface="Arial" panose="020B0604020202020204" pitchFamily="34" charset="0"/>
              <a:buNone/>
              <a:defRPr sz="2399" b="1" i="0"/>
            </a:lvl4pPr>
            <a:lvl5pPr marL="1912845" indent="0">
              <a:buFont typeface="Arial" panose="020B0604020202020204" pitchFamily="34" charset="0"/>
              <a:buNone/>
              <a:defRPr sz="2399" b="1" i="0"/>
            </a:lvl5pPr>
          </a:lstStyle>
          <a:p>
            <a:pPr marL="0" marR="0" lvl="0" indent="0" algn="l" defTabSz="914347" rtl="0" eaLnBrk="1" fontAlgn="auto" latinLnBrk="0" hangingPunct="1">
              <a:lnSpc>
                <a:spcPct val="90000"/>
              </a:lnSpc>
              <a:spcBef>
                <a:spcPts val="480"/>
              </a:spcBef>
              <a:spcAft>
                <a:spcPts val="0"/>
              </a:spcAft>
              <a:buClrTx/>
              <a:buSzPct val="88000"/>
              <a:buFont typeface="Arial" panose="020B0604020202020204" pitchFamily="34" charset="0"/>
              <a:buNone/>
              <a:tabLst/>
              <a:defRPr/>
            </a:pPr>
            <a:r>
              <a:rPr lang="de-DE" dirty="0"/>
              <a:t>Unterzeile: Arial 18pt </a:t>
            </a:r>
            <a:r>
              <a:rPr lang="de-DE" dirty="0" err="1"/>
              <a:t>bold</a:t>
            </a:r>
            <a:r>
              <a:rPr lang="de-DE" dirty="0"/>
              <a:t>, auch zweizeilig (Stand der Version: 11/2020)</a:t>
            </a:r>
          </a:p>
        </p:txBody>
      </p:sp>
      <p:pic>
        <p:nvPicPr>
          <p:cNvPr id="9" name="Grafik 8">
            <a:extLst>
              <a:ext uri="{FF2B5EF4-FFF2-40B4-BE49-F238E27FC236}">
                <a16:creationId xmlns:a16="http://schemas.microsoft.com/office/drawing/2014/main" id="{1E1470F3-5DD4-4E8A-8926-A561A363F48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683898" y="479853"/>
            <a:ext cx="2177903" cy="754635"/>
          </a:xfrm>
          <a:prstGeom prst="rect">
            <a:avLst/>
          </a:prstGeom>
        </p:spPr>
      </p:pic>
      <p:sp>
        <p:nvSpPr>
          <p:cNvPr id="10"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13600" y="2010579"/>
            <a:ext cx="11348200" cy="345493"/>
          </a:xfrm>
        </p:spPr>
        <p:txBody>
          <a:bodyPr anchor="b">
            <a:noAutofit/>
          </a:bodyPr>
          <a:lstStyle>
            <a:lvl1pPr>
              <a:lnSpc>
                <a:spcPct val="85000"/>
              </a:lnSpc>
              <a:defRPr sz="2666"/>
            </a:lvl1pPr>
          </a:lstStyle>
          <a:p>
            <a:r>
              <a:rPr lang="de-DE" altLang="de-DE" dirty="0"/>
              <a:t>(Versionsnummer 2.0)</a:t>
            </a:r>
            <a:br>
              <a:rPr lang="de-DE" altLang="de-DE" dirty="0"/>
            </a:br>
            <a:r>
              <a:rPr lang="de-DE" altLang="de-DE" dirty="0"/>
              <a:t>Titel hinzufügen</a:t>
            </a:r>
            <a:endParaRPr lang="de-DE" dirty="0"/>
          </a:p>
        </p:txBody>
      </p:sp>
    </p:spTree>
    <p:extLst>
      <p:ext uri="{BB962C8B-B14F-4D97-AF65-F5344CB8AC3E}">
        <p14:creationId xmlns:p14="http://schemas.microsoft.com/office/powerpoint/2010/main" val="3563428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3400" y="1583512"/>
            <a:ext cx="5486400" cy="4593452"/>
          </a:xfrm>
        </p:spPr>
        <p:txBody>
          <a:bodyPr>
            <a:noAutofit/>
          </a:bodyPr>
          <a:lstStyle>
            <a:lvl1pPr>
              <a:defRPr/>
            </a:lvl1pPr>
            <a:lvl2pPr>
              <a:defRPr/>
            </a:lvl2pPr>
            <a:lvl3pPr>
              <a:defRPr/>
            </a:lvl3pPr>
            <a:lvl4pPr>
              <a:defRPr/>
            </a:lvl4pPr>
            <a:lvl5pPr>
              <a:defRPr/>
            </a:lvl5p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endParaRPr lang="en-US" altLang="de-DE" dirty="0"/>
          </a:p>
        </p:txBody>
      </p:sp>
      <p:sp>
        <p:nvSpPr>
          <p:cNvPr id="4" name="Content Placeholder 3"/>
          <p:cNvSpPr>
            <a:spLocks noGrp="1"/>
          </p:cNvSpPr>
          <p:nvPr>
            <p:ph sz="half" idx="2"/>
          </p:nvPr>
        </p:nvSpPr>
        <p:spPr>
          <a:xfrm>
            <a:off x="6172201" y="1583512"/>
            <a:ext cx="5486399" cy="4593452"/>
          </a:xfrm>
        </p:spPr>
        <p:txBody>
          <a:bodyPr>
            <a:noAutofit/>
          </a:bodyPr>
          <a:lstStyle>
            <a:lvl1pPr>
              <a:defRPr/>
            </a:lvl1pPr>
            <a:lvl2pPr>
              <a:defRPr/>
            </a:lvl2pPr>
            <a:lvl3pPr>
              <a:defRPr/>
            </a:lvl3pPr>
            <a:lvl4pPr>
              <a:defRPr/>
            </a:lvl4pPr>
            <a:lvl5pPr>
              <a:defRPr/>
            </a:lvl5p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endParaRPr lang="en-US" altLang="de-DE" dirty="0"/>
          </a:p>
        </p:txBody>
      </p:sp>
      <p:sp>
        <p:nvSpPr>
          <p:cNvPr id="6" name="Datumsplatzhalter 5"/>
          <p:cNvSpPr>
            <a:spLocks noGrp="1"/>
          </p:cNvSpPr>
          <p:nvPr>
            <p:ph type="dt" sz="half" idx="10"/>
          </p:nvPr>
        </p:nvSpPr>
        <p:spPr>
          <a:xfrm>
            <a:off x="836313" y="6329811"/>
            <a:ext cx="1370340" cy="528189"/>
          </a:xfrm>
          <a:prstGeom prst="rect">
            <a:avLst/>
          </a:prstGeom>
        </p:spPr>
        <p:txBody>
          <a:bodyPr/>
          <a:lstStyle/>
          <a:p>
            <a:endParaRPr lang="de-DE" dirty="0"/>
          </a:p>
        </p:txBody>
      </p:sp>
      <p:sp>
        <p:nvSpPr>
          <p:cNvPr id="10" name="Foliennummernplatzhalter 9"/>
          <p:cNvSpPr>
            <a:spLocks noGrp="1"/>
          </p:cNvSpPr>
          <p:nvPr>
            <p:ph type="sldNum" sz="quarter" idx="12"/>
          </p:nvPr>
        </p:nvSpPr>
        <p:spPr/>
        <p:txBody>
          <a:bodyPr/>
          <a:lstStyle/>
          <a:p>
            <a:fld id="{61696EC4-B4CF-4701-AD06-A8439D6D8E12}" type="slidenum">
              <a:rPr lang="en-US" smtClean="0"/>
              <a:pPr/>
              <a:t>‹Nr.›</a:t>
            </a:fld>
            <a:endParaRPr lang="en-US" dirty="0"/>
          </a:p>
        </p:txBody>
      </p:sp>
      <p:sp>
        <p:nvSpPr>
          <p:cNvPr id="11" name="Textplatzhalter 9"/>
          <p:cNvSpPr>
            <a:spLocks noGrp="1"/>
          </p:cNvSpPr>
          <p:nvPr>
            <p:ph type="body" sz="quarter" idx="13" hasCustomPrompt="1"/>
          </p:nvPr>
        </p:nvSpPr>
        <p:spPr>
          <a:xfrm>
            <a:off x="521999" y="665794"/>
            <a:ext cx="11148748" cy="449347"/>
          </a:xfrm>
        </p:spPr>
        <p:txBody>
          <a:bodyPr anchor="ctr">
            <a:noAutofit/>
          </a:bodyPr>
          <a:lstStyle>
            <a:lvl1pPr marL="0" indent="0">
              <a:buNone/>
              <a:defRPr sz="2399" b="1">
                <a:solidFill>
                  <a:schemeClr val="bg1">
                    <a:lumMod val="50000"/>
                  </a:schemeClr>
                </a:solidFill>
                <a:latin typeface="+mj-lt"/>
              </a:defRPr>
            </a:lvl1pPr>
          </a:lstStyle>
          <a:p>
            <a:pPr lvl="0"/>
            <a:r>
              <a:rPr lang="de-DE" dirty="0"/>
              <a:t>2. Überschrift</a:t>
            </a:r>
          </a:p>
        </p:txBody>
      </p:sp>
      <p:sp>
        <p:nvSpPr>
          <p:cNvPr id="12"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1999" y="331098"/>
            <a:ext cx="11148748" cy="345493"/>
          </a:xfrm>
        </p:spPr>
        <p:txBody>
          <a:bodyPr anchor="t" anchorCtr="0">
            <a:noAutofit/>
          </a:bodyPr>
          <a:lstStyle>
            <a:lvl1pPr>
              <a:lnSpc>
                <a:spcPct val="85000"/>
              </a:lnSpc>
              <a:defRPr sz="2666"/>
            </a:lvl1pPr>
          </a:lstStyle>
          <a:p>
            <a:r>
              <a:rPr lang="de-DE" altLang="de-DE" dirty="0"/>
              <a:t>Überschrift hinzufügen</a:t>
            </a:r>
            <a:endParaRPr lang="de-DE" dirty="0"/>
          </a:p>
        </p:txBody>
      </p:sp>
      <p:sp>
        <p:nvSpPr>
          <p:cNvPr id="2" name="Fußzeilenplatzhalter 4">
            <a:extLst>
              <a:ext uri="{FF2B5EF4-FFF2-40B4-BE49-F238E27FC236}">
                <a16:creationId xmlns:a16="http://schemas.microsoft.com/office/drawing/2014/main" id="{50DBEE3A-30E4-819A-3FE7-9B448A4E7266}"/>
              </a:ext>
            </a:extLst>
          </p:cNvPr>
          <p:cNvSpPr>
            <a:spLocks noGrp="1"/>
          </p:cNvSpPr>
          <p:nvPr>
            <p:ph type="ftr" sz="quarter" idx="3"/>
          </p:nvPr>
        </p:nvSpPr>
        <p:spPr>
          <a:xfrm>
            <a:off x="773593" y="6615354"/>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5365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
        <p:nvSpPr>
          <p:cNvPr id="8" name="Bildplatzhalter 4"/>
          <p:cNvSpPr>
            <a:spLocks noGrp="1"/>
          </p:cNvSpPr>
          <p:nvPr>
            <p:ph type="pic" sz="quarter" idx="13" hasCustomPrompt="1"/>
          </p:nvPr>
        </p:nvSpPr>
        <p:spPr>
          <a:xfrm>
            <a:off x="6207759" y="1584471"/>
            <a:ext cx="5467775" cy="4611218"/>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de-DE" dirty="0"/>
              <a:t>Fügen Sie auf der Masterfolie ein frei wählbares Bild ein.</a:t>
            </a:r>
          </a:p>
        </p:txBody>
      </p:sp>
      <p:sp>
        <p:nvSpPr>
          <p:cNvPr id="3" name="Content Placeholder 2"/>
          <p:cNvSpPr>
            <a:spLocks noGrp="1"/>
          </p:cNvSpPr>
          <p:nvPr>
            <p:ph sz="half" idx="1"/>
          </p:nvPr>
        </p:nvSpPr>
        <p:spPr>
          <a:xfrm>
            <a:off x="533400" y="1583512"/>
            <a:ext cx="5486400" cy="4593452"/>
          </a:xfrm>
        </p:spPr>
        <p:txBody>
          <a:bodyPr>
            <a:noAutofit/>
          </a:bodyPr>
          <a:lstStyle>
            <a:lvl1pPr>
              <a:defRPr/>
            </a:lvl1pPr>
            <a:lvl2pPr>
              <a:defRPr/>
            </a:lvl2pPr>
            <a:lvl3pPr>
              <a:defRPr/>
            </a:lvl3pPr>
            <a:lvl4pPr>
              <a:defRPr/>
            </a:lvl4pPr>
            <a:lvl5pPr>
              <a:defRPr/>
            </a:lvl5p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endParaRPr lang="en-US" altLang="de-DE" dirty="0"/>
          </a:p>
        </p:txBody>
      </p:sp>
      <p:sp>
        <p:nvSpPr>
          <p:cNvPr id="11" name="Datumsplatzhalter 10"/>
          <p:cNvSpPr>
            <a:spLocks noGrp="1"/>
          </p:cNvSpPr>
          <p:nvPr>
            <p:ph type="dt" sz="half" idx="14"/>
          </p:nvPr>
        </p:nvSpPr>
        <p:spPr>
          <a:xfrm>
            <a:off x="836313" y="6329811"/>
            <a:ext cx="1370340" cy="528189"/>
          </a:xfrm>
          <a:prstGeom prst="rect">
            <a:avLst/>
          </a:prstGeom>
        </p:spPr>
        <p:txBody>
          <a:bodyPr/>
          <a:lstStyle/>
          <a:p>
            <a:endParaRPr lang="de-DE" dirty="0"/>
          </a:p>
        </p:txBody>
      </p:sp>
      <p:sp>
        <p:nvSpPr>
          <p:cNvPr id="12" name="Fußzeilenplatzhalter 11"/>
          <p:cNvSpPr>
            <a:spLocks noGrp="1"/>
          </p:cNvSpPr>
          <p:nvPr>
            <p:ph type="ftr" sz="quarter" idx="15"/>
          </p:nvPr>
        </p:nvSpPr>
        <p:spPr/>
        <p:txBody>
          <a:bodyPr/>
          <a:lstStyle/>
          <a:p>
            <a:pPr defTabSz="1218804">
              <a:spcBef>
                <a:spcPct val="50000"/>
              </a:spcBef>
            </a:pPr>
            <a:r>
              <a:rPr lang="en-US"/>
              <a:t>Case Studies/ V-SUM-Integration  - C01-S • CRC 1608 Strategic Project to C01 • Patrick Grycz • 20.07.2026</a:t>
            </a:r>
            <a:endParaRPr lang="sv-SE" dirty="0"/>
          </a:p>
        </p:txBody>
      </p:sp>
      <p:sp>
        <p:nvSpPr>
          <p:cNvPr id="13" name="Foliennummernplatzhalter 12"/>
          <p:cNvSpPr>
            <a:spLocks noGrp="1"/>
          </p:cNvSpPr>
          <p:nvPr>
            <p:ph type="sldNum" sz="quarter" idx="16"/>
          </p:nvPr>
        </p:nvSpPr>
        <p:spPr/>
        <p:txBody>
          <a:bodyPr/>
          <a:lstStyle/>
          <a:p>
            <a:fld id="{61696EC4-B4CF-4701-AD06-A8439D6D8E12}" type="slidenum">
              <a:rPr lang="en-US" smtClean="0"/>
              <a:pPr/>
              <a:t>‹Nr.›</a:t>
            </a:fld>
            <a:endParaRPr lang="en-US" dirty="0"/>
          </a:p>
        </p:txBody>
      </p:sp>
      <p:sp>
        <p:nvSpPr>
          <p:cNvPr id="10" name="Textplatzhalter 9"/>
          <p:cNvSpPr>
            <a:spLocks noGrp="1"/>
          </p:cNvSpPr>
          <p:nvPr>
            <p:ph type="body" sz="quarter" idx="17" hasCustomPrompt="1"/>
          </p:nvPr>
        </p:nvSpPr>
        <p:spPr>
          <a:xfrm>
            <a:off x="521999" y="665794"/>
            <a:ext cx="11148748" cy="449347"/>
          </a:xfrm>
        </p:spPr>
        <p:txBody>
          <a:bodyPr anchor="ctr">
            <a:noAutofit/>
          </a:bodyPr>
          <a:lstStyle>
            <a:lvl1pPr marL="0" indent="0">
              <a:buNone/>
              <a:defRPr sz="2399" b="1">
                <a:solidFill>
                  <a:schemeClr val="bg1">
                    <a:lumMod val="50000"/>
                  </a:schemeClr>
                </a:solidFill>
                <a:latin typeface="+mj-lt"/>
              </a:defRPr>
            </a:lvl1pPr>
          </a:lstStyle>
          <a:p>
            <a:pPr lvl="0"/>
            <a:r>
              <a:rPr lang="de-DE" dirty="0"/>
              <a:t>2. Überschrift</a:t>
            </a:r>
          </a:p>
        </p:txBody>
      </p:sp>
      <p:sp>
        <p:nvSpPr>
          <p:cNvPr id="14"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1999" y="331098"/>
            <a:ext cx="11148748" cy="345493"/>
          </a:xfrm>
        </p:spPr>
        <p:txBody>
          <a:bodyPr anchor="t" anchorCtr="0">
            <a:noAutofit/>
          </a:bodyPr>
          <a:lstStyle>
            <a:lvl1pPr>
              <a:lnSpc>
                <a:spcPct val="85000"/>
              </a:lnSpc>
              <a:defRPr sz="2666"/>
            </a:lvl1pPr>
          </a:lstStyle>
          <a:p>
            <a:r>
              <a:rPr lang="de-DE" altLang="de-DE" dirty="0"/>
              <a:t>Überschrift hinzufügen</a:t>
            </a:r>
            <a:endParaRPr lang="de-DE" dirty="0"/>
          </a:p>
        </p:txBody>
      </p:sp>
    </p:spTree>
    <p:extLst>
      <p:ext uri="{BB962C8B-B14F-4D97-AF65-F5344CB8AC3E}">
        <p14:creationId xmlns:p14="http://schemas.microsoft.com/office/powerpoint/2010/main" val="428912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Vergleich">
    <p:spTree>
      <p:nvGrpSpPr>
        <p:cNvPr id="1" name=""/>
        <p:cNvGrpSpPr/>
        <p:nvPr/>
      </p:nvGrpSpPr>
      <p:grpSpPr>
        <a:xfrm>
          <a:off x="0" y="0"/>
          <a:ext cx="0" cy="0"/>
          <a:chOff x="0" y="0"/>
          <a:chExt cx="0" cy="0"/>
        </a:xfrm>
      </p:grpSpPr>
      <p:sp>
        <p:nvSpPr>
          <p:cNvPr id="10" name="Bildplatzhalter 4"/>
          <p:cNvSpPr>
            <a:spLocks noGrp="1"/>
          </p:cNvSpPr>
          <p:nvPr>
            <p:ph type="pic" sz="quarter" idx="13" hasCustomPrompt="1"/>
          </p:nvPr>
        </p:nvSpPr>
        <p:spPr>
          <a:xfrm>
            <a:off x="6207759" y="2590003"/>
            <a:ext cx="5467775" cy="3605685"/>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de-DE" dirty="0"/>
              <a:t>Fügen Sie auf der Masterfolie ein frei wählbares Bild ein.</a:t>
            </a:r>
          </a:p>
        </p:txBody>
      </p:sp>
      <p:sp>
        <p:nvSpPr>
          <p:cNvPr id="3" name="Text Placeholder 2"/>
          <p:cNvSpPr>
            <a:spLocks noGrp="1"/>
          </p:cNvSpPr>
          <p:nvPr>
            <p:ph type="body" idx="1"/>
          </p:nvPr>
        </p:nvSpPr>
        <p:spPr>
          <a:xfrm>
            <a:off x="533400" y="1583512"/>
            <a:ext cx="5464176" cy="823912"/>
          </a:xfrm>
        </p:spPr>
        <p:txBody>
          <a:bodyPr anchor="b">
            <a:noAutofit/>
          </a:bodyPr>
          <a:lstStyle>
            <a:lvl1pPr marL="0" indent="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de-DE" altLang="de-DE"/>
              <a:t>Mastertextformat bearbeiten</a:t>
            </a:r>
          </a:p>
        </p:txBody>
      </p:sp>
      <p:sp>
        <p:nvSpPr>
          <p:cNvPr id="4" name="Content Placeholder 3"/>
          <p:cNvSpPr>
            <a:spLocks noGrp="1"/>
          </p:cNvSpPr>
          <p:nvPr>
            <p:ph sz="half" idx="2"/>
          </p:nvPr>
        </p:nvSpPr>
        <p:spPr>
          <a:xfrm>
            <a:off x="533400" y="2582458"/>
            <a:ext cx="5464176" cy="3607205"/>
          </a:xfrm>
        </p:spPr>
        <p:txBody>
          <a:bodyPr>
            <a:noAutofit/>
          </a:bodyPr>
          <a:lstStyle>
            <a:lvl1pPr>
              <a:defRPr/>
            </a:lvl1pPr>
            <a:lvl2pPr>
              <a:defRPr/>
            </a:lvl2pPr>
            <a:lvl3pPr>
              <a:defRPr/>
            </a:lvl3pPr>
            <a:lvl4pPr>
              <a:defRPr/>
            </a:lvl4pPr>
            <a:lvl5pPr>
              <a:defRPr/>
            </a:lvl5p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endParaRPr lang="en-US" dirty="0"/>
          </a:p>
        </p:txBody>
      </p:sp>
      <p:sp>
        <p:nvSpPr>
          <p:cNvPr id="5" name="Text Placeholder 4"/>
          <p:cNvSpPr>
            <a:spLocks noGrp="1"/>
          </p:cNvSpPr>
          <p:nvPr>
            <p:ph type="body" sz="quarter" idx="3"/>
          </p:nvPr>
        </p:nvSpPr>
        <p:spPr>
          <a:xfrm>
            <a:off x="6194424" y="1583512"/>
            <a:ext cx="5464176" cy="823912"/>
          </a:xfrm>
        </p:spPr>
        <p:txBody>
          <a:bodyPr anchor="b">
            <a:noAutofit/>
          </a:bodyPr>
          <a:lstStyle>
            <a:lvl1pPr marL="0" indent="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de-DE" altLang="de-DE"/>
              <a:t>Mastertextformat bearbeiten</a:t>
            </a:r>
          </a:p>
        </p:txBody>
      </p:sp>
      <p:sp>
        <p:nvSpPr>
          <p:cNvPr id="13" name="Datumsplatzhalter 12"/>
          <p:cNvSpPr>
            <a:spLocks noGrp="1"/>
          </p:cNvSpPr>
          <p:nvPr>
            <p:ph type="dt" sz="half" idx="14"/>
          </p:nvPr>
        </p:nvSpPr>
        <p:spPr>
          <a:xfrm>
            <a:off x="836313" y="6329811"/>
            <a:ext cx="1370340" cy="528189"/>
          </a:xfrm>
          <a:prstGeom prst="rect">
            <a:avLst/>
          </a:prstGeom>
        </p:spPr>
        <p:txBody>
          <a:bodyPr/>
          <a:lstStyle/>
          <a:p>
            <a:endParaRPr lang="de-DE" dirty="0"/>
          </a:p>
        </p:txBody>
      </p:sp>
      <p:sp>
        <p:nvSpPr>
          <p:cNvPr id="14" name="Fußzeilenplatzhalter 13"/>
          <p:cNvSpPr>
            <a:spLocks noGrp="1"/>
          </p:cNvSpPr>
          <p:nvPr>
            <p:ph type="ftr" sz="quarter" idx="15"/>
          </p:nvPr>
        </p:nvSpPr>
        <p:spPr/>
        <p:txBody>
          <a:bodyPr/>
          <a:lstStyle/>
          <a:p>
            <a:pPr defTabSz="1218804">
              <a:spcBef>
                <a:spcPct val="50000"/>
              </a:spcBef>
            </a:pPr>
            <a:r>
              <a:rPr lang="en-US"/>
              <a:t>Case Studies/ V-SUM-Integration  - C01-S • CRC 1608 Strategic Project to C01 • Patrick Grycz • 20.07.2026</a:t>
            </a:r>
            <a:endParaRPr lang="sv-SE" dirty="0"/>
          </a:p>
        </p:txBody>
      </p:sp>
      <p:sp>
        <p:nvSpPr>
          <p:cNvPr id="15" name="Foliennummernplatzhalter 14"/>
          <p:cNvSpPr>
            <a:spLocks noGrp="1"/>
          </p:cNvSpPr>
          <p:nvPr>
            <p:ph type="sldNum" sz="quarter" idx="16"/>
          </p:nvPr>
        </p:nvSpPr>
        <p:spPr/>
        <p:txBody>
          <a:bodyPr/>
          <a:lstStyle/>
          <a:p>
            <a:fld id="{61696EC4-B4CF-4701-AD06-A8439D6D8E12}" type="slidenum">
              <a:rPr lang="en-US" smtClean="0"/>
              <a:pPr/>
              <a:t>‹Nr.›</a:t>
            </a:fld>
            <a:endParaRPr lang="en-US" dirty="0"/>
          </a:p>
        </p:txBody>
      </p:sp>
      <p:sp>
        <p:nvSpPr>
          <p:cNvPr id="12" name="Textplatzhalter 9"/>
          <p:cNvSpPr>
            <a:spLocks noGrp="1"/>
          </p:cNvSpPr>
          <p:nvPr>
            <p:ph type="body" sz="quarter" idx="17" hasCustomPrompt="1"/>
          </p:nvPr>
        </p:nvSpPr>
        <p:spPr>
          <a:xfrm>
            <a:off x="521999" y="665794"/>
            <a:ext cx="11148748" cy="449347"/>
          </a:xfrm>
        </p:spPr>
        <p:txBody>
          <a:bodyPr anchor="ctr">
            <a:noAutofit/>
          </a:bodyPr>
          <a:lstStyle>
            <a:lvl1pPr marL="0" indent="0">
              <a:buNone/>
              <a:defRPr sz="2399" b="1">
                <a:solidFill>
                  <a:schemeClr val="bg1">
                    <a:lumMod val="50000"/>
                  </a:schemeClr>
                </a:solidFill>
                <a:latin typeface="+mj-lt"/>
              </a:defRPr>
            </a:lvl1pPr>
          </a:lstStyle>
          <a:p>
            <a:pPr lvl="0"/>
            <a:r>
              <a:rPr lang="de-DE" dirty="0"/>
              <a:t>2. Überschrift</a:t>
            </a:r>
          </a:p>
        </p:txBody>
      </p:sp>
      <p:sp>
        <p:nvSpPr>
          <p:cNvPr id="16"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1999" y="331098"/>
            <a:ext cx="11148748" cy="345493"/>
          </a:xfrm>
        </p:spPr>
        <p:txBody>
          <a:bodyPr anchor="t" anchorCtr="0">
            <a:noAutofit/>
          </a:bodyPr>
          <a:lstStyle>
            <a:lvl1pPr>
              <a:lnSpc>
                <a:spcPct val="85000"/>
              </a:lnSpc>
              <a:defRPr sz="2666"/>
            </a:lvl1pPr>
          </a:lstStyle>
          <a:p>
            <a:r>
              <a:rPr lang="de-DE" altLang="de-DE" dirty="0"/>
              <a:t>Überschrift hinzufügen</a:t>
            </a:r>
            <a:endParaRPr lang="de-DE" dirty="0"/>
          </a:p>
        </p:txBody>
      </p:sp>
    </p:spTree>
    <p:extLst>
      <p:ext uri="{BB962C8B-B14F-4D97-AF65-F5344CB8AC3E}">
        <p14:creationId xmlns:p14="http://schemas.microsoft.com/office/powerpoint/2010/main" val="3887909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4" name="Datumsplatzhalter 3"/>
          <p:cNvSpPr>
            <a:spLocks noGrp="1"/>
          </p:cNvSpPr>
          <p:nvPr>
            <p:ph type="dt" sz="half" idx="14"/>
          </p:nvPr>
        </p:nvSpPr>
        <p:spPr>
          <a:xfrm>
            <a:off x="836313" y="6329811"/>
            <a:ext cx="1370340" cy="528189"/>
          </a:xfrm>
          <a:prstGeom prst="rect">
            <a:avLst/>
          </a:prstGeom>
        </p:spPr>
        <p:txBody>
          <a:bodyPr/>
          <a:lstStyle/>
          <a:p>
            <a:endParaRPr lang="de-DE" dirty="0"/>
          </a:p>
        </p:txBody>
      </p:sp>
      <p:sp>
        <p:nvSpPr>
          <p:cNvPr id="12" name="Foliennummernplatzhalter 11"/>
          <p:cNvSpPr>
            <a:spLocks noGrp="1"/>
          </p:cNvSpPr>
          <p:nvPr>
            <p:ph type="sldNum" sz="quarter" idx="16"/>
          </p:nvPr>
        </p:nvSpPr>
        <p:spPr/>
        <p:txBody>
          <a:bodyPr/>
          <a:lstStyle/>
          <a:p>
            <a:fld id="{61696EC4-B4CF-4701-AD06-A8439D6D8E12}" type="slidenum">
              <a:rPr lang="en-US" smtClean="0"/>
              <a:pPr/>
              <a:t>‹Nr.›</a:t>
            </a:fld>
            <a:endParaRPr lang="en-US" dirty="0"/>
          </a:p>
        </p:txBody>
      </p:sp>
      <p:sp>
        <p:nvSpPr>
          <p:cNvPr id="7" name="Textplatzhalter 9"/>
          <p:cNvSpPr>
            <a:spLocks noGrp="1"/>
          </p:cNvSpPr>
          <p:nvPr>
            <p:ph type="body" sz="quarter" idx="13" hasCustomPrompt="1"/>
          </p:nvPr>
        </p:nvSpPr>
        <p:spPr>
          <a:xfrm>
            <a:off x="521999" y="665794"/>
            <a:ext cx="11148748" cy="449347"/>
          </a:xfrm>
        </p:spPr>
        <p:txBody>
          <a:bodyPr anchor="ctr">
            <a:noAutofit/>
          </a:bodyPr>
          <a:lstStyle>
            <a:lvl1pPr marL="0" indent="0">
              <a:buNone/>
              <a:defRPr sz="2399" b="1">
                <a:solidFill>
                  <a:schemeClr val="bg1">
                    <a:lumMod val="50000"/>
                  </a:schemeClr>
                </a:solidFill>
                <a:latin typeface="+mj-lt"/>
              </a:defRPr>
            </a:lvl1pPr>
          </a:lstStyle>
          <a:p>
            <a:pPr lvl="0"/>
            <a:r>
              <a:rPr lang="de-DE" dirty="0"/>
              <a:t>2. Überschrift</a:t>
            </a:r>
          </a:p>
        </p:txBody>
      </p:sp>
      <p:sp>
        <p:nvSpPr>
          <p:cNvPr id="8"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1999" y="331098"/>
            <a:ext cx="11148748" cy="345493"/>
          </a:xfrm>
        </p:spPr>
        <p:txBody>
          <a:bodyPr anchor="t" anchorCtr="0">
            <a:noAutofit/>
          </a:bodyPr>
          <a:lstStyle>
            <a:lvl1pPr>
              <a:lnSpc>
                <a:spcPct val="85000"/>
              </a:lnSpc>
              <a:defRPr sz="2666"/>
            </a:lvl1pPr>
          </a:lstStyle>
          <a:p>
            <a:r>
              <a:rPr lang="de-DE" altLang="de-DE" dirty="0"/>
              <a:t>Überschrift hinzufügen</a:t>
            </a:r>
            <a:endParaRPr lang="de-DE" dirty="0"/>
          </a:p>
        </p:txBody>
      </p:sp>
      <p:sp>
        <p:nvSpPr>
          <p:cNvPr id="2" name="Fußzeilenplatzhalter 4">
            <a:extLst>
              <a:ext uri="{FF2B5EF4-FFF2-40B4-BE49-F238E27FC236}">
                <a16:creationId xmlns:a16="http://schemas.microsoft.com/office/drawing/2014/main" id="{249B84B2-2976-9485-1F6B-43EAD9E0245A}"/>
              </a:ext>
            </a:extLst>
          </p:cNvPr>
          <p:cNvSpPr>
            <a:spLocks noGrp="1"/>
          </p:cNvSpPr>
          <p:nvPr>
            <p:ph type="ftr" sz="quarter" idx="3"/>
          </p:nvPr>
        </p:nvSpPr>
        <p:spPr>
          <a:xfrm>
            <a:off x="773593" y="6615354"/>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32747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Nur Titel">
    <p:spTree>
      <p:nvGrpSpPr>
        <p:cNvPr id="1" name=""/>
        <p:cNvGrpSpPr/>
        <p:nvPr/>
      </p:nvGrpSpPr>
      <p:grpSpPr>
        <a:xfrm>
          <a:off x="0" y="0"/>
          <a:ext cx="0" cy="0"/>
          <a:chOff x="0" y="0"/>
          <a:chExt cx="0" cy="0"/>
        </a:xfrm>
      </p:grpSpPr>
      <p:sp>
        <p:nvSpPr>
          <p:cNvPr id="8" name="Bildplatzhalter 3"/>
          <p:cNvSpPr>
            <a:spLocks noGrp="1"/>
          </p:cNvSpPr>
          <p:nvPr>
            <p:ph type="pic" sz="quarter" idx="14"/>
          </p:nvPr>
        </p:nvSpPr>
        <p:spPr>
          <a:xfrm>
            <a:off x="0" y="1770680"/>
            <a:ext cx="12192000" cy="4404693"/>
          </a:xfrm>
          <a:solidFill>
            <a:srgbClr val="FF99FF"/>
          </a:solidFill>
        </p:spPr>
        <p:txBody>
          <a:bodyPr anchor="t"/>
          <a:lstStyle>
            <a:lvl1pPr marL="0" indent="0" algn="ctr">
              <a:buFont typeface="Arial" panose="020B0604020202020204" pitchFamily="34" charset="0"/>
              <a:buNone/>
              <a:defRPr/>
            </a:lvl1pPr>
          </a:lstStyle>
          <a:p>
            <a:r>
              <a:rPr lang="de-DE"/>
              <a:t>Bild durch Klicken auf Symbol hinzufügen</a:t>
            </a:r>
            <a:endParaRPr lang="de-DE" dirty="0"/>
          </a:p>
        </p:txBody>
      </p:sp>
      <p:sp>
        <p:nvSpPr>
          <p:cNvPr id="4" name="Datumsplatzhalter 3"/>
          <p:cNvSpPr>
            <a:spLocks noGrp="1"/>
          </p:cNvSpPr>
          <p:nvPr>
            <p:ph type="dt" sz="half" idx="15"/>
          </p:nvPr>
        </p:nvSpPr>
        <p:spPr>
          <a:xfrm>
            <a:off x="836313" y="6329811"/>
            <a:ext cx="1370340" cy="528189"/>
          </a:xfrm>
          <a:prstGeom prst="rect">
            <a:avLst/>
          </a:prstGeom>
        </p:spPr>
        <p:txBody>
          <a:bodyPr/>
          <a:lstStyle/>
          <a:p>
            <a:endParaRPr lang="de-DE" dirty="0"/>
          </a:p>
        </p:txBody>
      </p:sp>
      <p:sp>
        <p:nvSpPr>
          <p:cNvPr id="10" name="Fußzeilenplatzhalter 9"/>
          <p:cNvSpPr>
            <a:spLocks noGrp="1"/>
          </p:cNvSpPr>
          <p:nvPr>
            <p:ph type="ftr" sz="quarter" idx="16"/>
          </p:nvPr>
        </p:nvSpPr>
        <p:spPr/>
        <p:txBody>
          <a:bodyPr/>
          <a:lstStyle/>
          <a:p>
            <a:pPr defTabSz="1218804">
              <a:spcBef>
                <a:spcPct val="50000"/>
              </a:spcBef>
            </a:pPr>
            <a:r>
              <a:rPr lang="en-US"/>
              <a:t>Case Studies/ V-SUM-Integration  - C01-S • CRC 1608 Strategic Project to C01 • Patrick Grycz • 20.07.2026</a:t>
            </a:r>
            <a:endParaRPr lang="sv-SE" dirty="0"/>
          </a:p>
        </p:txBody>
      </p:sp>
      <p:sp>
        <p:nvSpPr>
          <p:cNvPr id="11" name="Foliennummernplatzhalter 10"/>
          <p:cNvSpPr>
            <a:spLocks noGrp="1"/>
          </p:cNvSpPr>
          <p:nvPr>
            <p:ph type="sldNum" sz="quarter" idx="17"/>
          </p:nvPr>
        </p:nvSpPr>
        <p:spPr/>
        <p:txBody>
          <a:bodyPr/>
          <a:lstStyle/>
          <a:p>
            <a:fld id="{61696EC4-B4CF-4701-AD06-A8439D6D8E12}" type="slidenum">
              <a:rPr lang="en-US" smtClean="0"/>
              <a:pPr/>
              <a:t>‹Nr.›</a:t>
            </a:fld>
            <a:endParaRPr lang="en-US" dirty="0"/>
          </a:p>
        </p:txBody>
      </p:sp>
      <p:sp>
        <p:nvSpPr>
          <p:cNvPr id="12" name="Textplatzhalter 9"/>
          <p:cNvSpPr>
            <a:spLocks noGrp="1"/>
          </p:cNvSpPr>
          <p:nvPr>
            <p:ph type="body" sz="quarter" idx="13" hasCustomPrompt="1"/>
          </p:nvPr>
        </p:nvSpPr>
        <p:spPr>
          <a:xfrm>
            <a:off x="521999" y="665794"/>
            <a:ext cx="11148748" cy="449347"/>
          </a:xfrm>
        </p:spPr>
        <p:txBody>
          <a:bodyPr anchor="ctr">
            <a:noAutofit/>
          </a:bodyPr>
          <a:lstStyle>
            <a:lvl1pPr marL="0" indent="0">
              <a:buNone/>
              <a:defRPr sz="2399" b="1">
                <a:solidFill>
                  <a:schemeClr val="bg1">
                    <a:lumMod val="50000"/>
                  </a:schemeClr>
                </a:solidFill>
                <a:latin typeface="+mj-lt"/>
              </a:defRPr>
            </a:lvl1pPr>
          </a:lstStyle>
          <a:p>
            <a:pPr lvl="0"/>
            <a:r>
              <a:rPr lang="de-DE" dirty="0"/>
              <a:t>2. Überschrift</a:t>
            </a:r>
          </a:p>
        </p:txBody>
      </p:sp>
      <p:sp>
        <p:nvSpPr>
          <p:cNvPr id="13"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1999" y="331098"/>
            <a:ext cx="11148748" cy="345493"/>
          </a:xfrm>
        </p:spPr>
        <p:txBody>
          <a:bodyPr anchor="t" anchorCtr="0">
            <a:noAutofit/>
          </a:bodyPr>
          <a:lstStyle>
            <a:lvl1pPr>
              <a:lnSpc>
                <a:spcPct val="85000"/>
              </a:lnSpc>
              <a:defRPr sz="2666"/>
            </a:lvl1pPr>
          </a:lstStyle>
          <a:p>
            <a:r>
              <a:rPr lang="de-DE" altLang="de-DE" dirty="0"/>
              <a:t>Überschrift hinzufügen</a:t>
            </a:r>
            <a:endParaRPr lang="de-DE" dirty="0"/>
          </a:p>
        </p:txBody>
      </p:sp>
    </p:spTree>
    <p:extLst>
      <p:ext uri="{BB962C8B-B14F-4D97-AF65-F5344CB8AC3E}">
        <p14:creationId xmlns:p14="http://schemas.microsoft.com/office/powerpoint/2010/main" val="1946327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Nur Titel">
    <p:spTree>
      <p:nvGrpSpPr>
        <p:cNvPr id="1" name=""/>
        <p:cNvGrpSpPr/>
        <p:nvPr/>
      </p:nvGrpSpPr>
      <p:grpSpPr>
        <a:xfrm>
          <a:off x="0" y="0"/>
          <a:ext cx="0" cy="0"/>
          <a:chOff x="0" y="0"/>
          <a:chExt cx="0" cy="0"/>
        </a:xfrm>
      </p:grpSpPr>
      <p:sp>
        <p:nvSpPr>
          <p:cNvPr id="2" name="Rechteck 1"/>
          <p:cNvSpPr/>
          <p:nvPr userDrawn="1"/>
        </p:nvSpPr>
        <p:spPr>
          <a:xfrm>
            <a:off x="0" y="6201409"/>
            <a:ext cx="12192000" cy="19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399"/>
          </a:p>
        </p:txBody>
      </p:sp>
      <p:sp>
        <p:nvSpPr>
          <p:cNvPr id="8" name="Bildplatzhalter 3"/>
          <p:cNvSpPr>
            <a:spLocks noGrp="1"/>
          </p:cNvSpPr>
          <p:nvPr>
            <p:ph type="pic" sz="quarter" idx="14"/>
          </p:nvPr>
        </p:nvSpPr>
        <p:spPr>
          <a:xfrm>
            <a:off x="0" y="1770679"/>
            <a:ext cx="12192000" cy="4558317"/>
          </a:xfrm>
          <a:solidFill>
            <a:srgbClr val="FF99FF"/>
          </a:solidFill>
        </p:spPr>
        <p:txBody>
          <a:bodyPr anchor="t"/>
          <a:lstStyle>
            <a:lvl1pPr marL="0" indent="0" algn="ctr">
              <a:buFont typeface="Arial" panose="020B0604020202020204" pitchFamily="34" charset="0"/>
              <a:buNone/>
              <a:defRPr/>
            </a:lvl1pPr>
          </a:lstStyle>
          <a:p>
            <a:r>
              <a:rPr lang="de-DE"/>
              <a:t>Bild durch Klicken auf Symbol hinzufügen</a:t>
            </a:r>
            <a:endParaRPr lang="de-DE" dirty="0"/>
          </a:p>
        </p:txBody>
      </p:sp>
      <p:sp>
        <p:nvSpPr>
          <p:cNvPr id="6" name="Datumsplatzhalter 5"/>
          <p:cNvSpPr>
            <a:spLocks noGrp="1"/>
          </p:cNvSpPr>
          <p:nvPr>
            <p:ph type="dt" sz="half" idx="15"/>
          </p:nvPr>
        </p:nvSpPr>
        <p:spPr>
          <a:xfrm>
            <a:off x="836313" y="6329811"/>
            <a:ext cx="1370340" cy="528189"/>
          </a:xfrm>
          <a:prstGeom prst="rect">
            <a:avLst/>
          </a:prstGeom>
        </p:spPr>
        <p:txBody>
          <a:bodyPr/>
          <a:lstStyle/>
          <a:p>
            <a:endParaRPr lang="de-DE" dirty="0"/>
          </a:p>
        </p:txBody>
      </p:sp>
      <p:sp>
        <p:nvSpPr>
          <p:cNvPr id="11" name="Fußzeilenplatzhalter 10"/>
          <p:cNvSpPr>
            <a:spLocks noGrp="1"/>
          </p:cNvSpPr>
          <p:nvPr>
            <p:ph type="ftr" sz="quarter" idx="16"/>
          </p:nvPr>
        </p:nvSpPr>
        <p:spPr/>
        <p:txBody>
          <a:bodyPr/>
          <a:lstStyle/>
          <a:p>
            <a:pPr defTabSz="1218804">
              <a:spcBef>
                <a:spcPct val="50000"/>
              </a:spcBef>
            </a:pPr>
            <a:r>
              <a:rPr lang="en-US"/>
              <a:t>Case Studies/ V-SUM-Integration  - C01-S • CRC 1608 Strategic Project to C01 • Patrick Grycz • 20.07.2026</a:t>
            </a:r>
            <a:endParaRPr lang="sv-SE" dirty="0"/>
          </a:p>
        </p:txBody>
      </p:sp>
      <p:sp>
        <p:nvSpPr>
          <p:cNvPr id="12" name="Foliennummernplatzhalter 11"/>
          <p:cNvSpPr>
            <a:spLocks noGrp="1"/>
          </p:cNvSpPr>
          <p:nvPr>
            <p:ph type="sldNum" sz="quarter" idx="17"/>
          </p:nvPr>
        </p:nvSpPr>
        <p:spPr/>
        <p:txBody>
          <a:bodyPr/>
          <a:lstStyle/>
          <a:p>
            <a:fld id="{61696EC4-B4CF-4701-AD06-A8439D6D8E12}" type="slidenum">
              <a:rPr lang="en-US" smtClean="0"/>
              <a:pPr/>
              <a:t>‹Nr.›</a:t>
            </a:fld>
            <a:endParaRPr lang="en-US" dirty="0"/>
          </a:p>
        </p:txBody>
      </p:sp>
      <p:sp>
        <p:nvSpPr>
          <p:cNvPr id="13" name="Textplatzhalter 9"/>
          <p:cNvSpPr>
            <a:spLocks noGrp="1"/>
          </p:cNvSpPr>
          <p:nvPr>
            <p:ph type="body" sz="quarter" idx="13" hasCustomPrompt="1"/>
          </p:nvPr>
        </p:nvSpPr>
        <p:spPr>
          <a:xfrm>
            <a:off x="521999" y="665794"/>
            <a:ext cx="11148748" cy="449347"/>
          </a:xfrm>
        </p:spPr>
        <p:txBody>
          <a:bodyPr anchor="ctr">
            <a:noAutofit/>
          </a:bodyPr>
          <a:lstStyle>
            <a:lvl1pPr marL="0" indent="0">
              <a:buNone/>
              <a:defRPr sz="2399" b="1">
                <a:solidFill>
                  <a:schemeClr val="bg1">
                    <a:lumMod val="50000"/>
                  </a:schemeClr>
                </a:solidFill>
                <a:latin typeface="+mj-lt"/>
              </a:defRPr>
            </a:lvl1pPr>
          </a:lstStyle>
          <a:p>
            <a:pPr lvl="0"/>
            <a:r>
              <a:rPr lang="de-DE" dirty="0"/>
              <a:t>2. Überschrift</a:t>
            </a:r>
          </a:p>
        </p:txBody>
      </p:sp>
      <p:sp>
        <p:nvSpPr>
          <p:cNvPr id="14"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1999" y="331098"/>
            <a:ext cx="11148748" cy="345493"/>
          </a:xfrm>
        </p:spPr>
        <p:txBody>
          <a:bodyPr anchor="t" anchorCtr="0">
            <a:noAutofit/>
          </a:bodyPr>
          <a:lstStyle>
            <a:lvl1pPr>
              <a:lnSpc>
                <a:spcPct val="85000"/>
              </a:lnSpc>
              <a:defRPr sz="2666"/>
            </a:lvl1pPr>
          </a:lstStyle>
          <a:p>
            <a:r>
              <a:rPr lang="de-DE" dirty="0"/>
              <a:t>Musterüberschrift: Arial 24pt </a:t>
            </a:r>
            <a:r>
              <a:rPr lang="de-DE" dirty="0" err="1"/>
              <a:t>bold</a:t>
            </a:r>
            <a:endParaRPr lang="de-DE" dirty="0"/>
          </a:p>
        </p:txBody>
      </p:sp>
    </p:spTree>
    <p:extLst>
      <p:ext uri="{BB962C8B-B14F-4D97-AF65-F5344CB8AC3E}">
        <p14:creationId xmlns:p14="http://schemas.microsoft.com/office/powerpoint/2010/main" val="365411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6313" y="6329811"/>
            <a:ext cx="1370340" cy="528189"/>
          </a:xfrm>
          <a:prstGeom prst="rect">
            <a:avLst/>
          </a:prstGeom>
        </p:spPr>
        <p:txBody>
          <a:bodyPr/>
          <a:lstStyle>
            <a:lvl1pPr rtl="0">
              <a:defRPr/>
            </a:lvl1pPr>
          </a:lstStyle>
          <a:p>
            <a:endParaRPr lang="en-US" dirty="0"/>
          </a:p>
        </p:txBody>
      </p:sp>
      <p:sp>
        <p:nvSpPr>
          <p:cNvPr id="6" name="Slide Number Placeholder 5"/>
          <p:cNvSpPr>
            <a:spLocks noGrp="1"/>
          </p:cNvSpPr>
          <p:nvPr>
            <p:ph type="sldNum" sz="quarter" idx="12"/>
          </p:nvPr>
        </p:nvSpPr>
        <p:spPr>
          <a:xfrm>
            <a:off x="288000" y="6329811"/>
            <a:ext cx="435157" cy="528189"/>
          </a:xfrm>
          <a:prstGeom prst="rect">
            <a:avLst/>
          </a:prstGeom>
        </p:spPr>
        <p:txBody>
          <a:bodyPr/>
          <a:lstStyle>
            <a:lvl1pPr rtl="0">
              <a:defRPr/>
            </a:lvl1pPr>
          </a:lstStyle>
          <a:p>
            <a:fld id="{61696EC4-B4CF-4701-AD06-A8439D6D8E12}" type="slidenum">
              <a:rPr lang="en-US" smtClean="0"/>
              <a:pPr/>
              <a:t>‹Nr.›</a:t>
            </a:fld>
            <a:endParaRPr lang="en-US" dirty="0"/>
          </a:p>
        </p:txBody>
      </p:sp>
      <p:sp>
        <p:nvSpPr>
          <p:cNvPr id="2" name="Fußzeilenplatzhalter 1"/>
          <p:cNvSpPr>
            <a:spLocks noGrp="1"/>
          </p:cNvSpPr>
          <p:nvPr>
            <p:ph type="ftr" sz="quarter" idx="14"/>
          </p:nvPr>
        </p:nvSpPr>
        <p:spPr/>
        <p:txBody>
          <a:bodyPr/>
          <a:lstStyle>
            <a:lvl1pPr rtl="0">
              <a:defRPr/>
            </a:lvl1pPr>
          </a:lstStyle>
          <a:p>
            <a:pPr defTabSz="1218804">
              <a:spcBef>
                <a:spcPct val="50000"/>
              </a:spcBef>
            </a:pPr>
            <a:r>
              <a:rPr lang="en-US"/>
              <a:t>Case Studies/ V-SUM-Integration  - C01-S • CRC 1608 Strategic Project to C01 • Patrick Grycz • 20.07.2026</a:t>
            </a:r>
            <a:endParaRPr lang="de-DE" dirty="0"/>
          </a:p>
        </p:txBody>
      </p:sp>
      <p:graphicFrame>
        <p:nvGraphicFramePr>
          <p:cNvPr id="5" name="think-cell data - do not delete" hidden="1">
            <a:extLst>
              <a:ext uri="{FF2B5EF4-FFF2-40B4-BE49-F238E27FC236}">
                <a16:creationId xmlns:a16="http://schemas.microsoft.com/office/drawing/2014/main" id="{30606946-08E2-381C-6097-2950C2D242C0}"/>
              </a:ext>
            </a:extLst>
          </p:cNvPr>
          <p:cNvGraphicFramePr>
            <a:graphicFrameLocks noChangeAspect="1"/>
          </p:cNvGraphicFramePr>
          <p:nvPr userDrawn="1">
            <p:custDataLst>
              <p:tags r:id="rId1"/>
            </p:custDataLst>
            <p:extLst>
              <p:ext uri="{D42A27DB-BD31-4B8C-83A1-F6EECF244321}">
                <p14:modId xmlns:p14="http://schemas.microsoft.com/office/powerpoint/2010/main" val="96395604"/>
              </p:ext>
            </p:extLst>
          </p:nvPr>
        </p:nvGraphicFramePr>
        <p:xfrm>
          <a:off x="2118" y="2117"/>
          <a:ext cx="2117" cy="2117"/>
        </p:xfrm>
        <a:graphic>
          <a:graphicData uri="http://schemas.openxmlformats.org/presentationml/2006/ole">
            <mc:AlternateContent xmlns:mc="http://schemas.openxmlformats.org/markup-compatibility/2006">
              <mc:Choice xmlns:v="urn:schemas-microsoft-com:vml" Requires="v">
                <p:oleObj name="think-cell Folie" r:id="rId3" imgW="408" imgH="408" progId="TCLayout.ActiveDocument.1">
                  <p:embed/>
                </p:oleObj>
              </mc:Choice>
              <mc:Fallback>
                <p:oleObj name="think-cell Folie" r:id="rId3" imgW="408" imgH="408" progId="TCLayout.ActiveDocument.1">
                  <p:embed/>
                  <p:pic>
                    <p:nvPicPr>
                      <p:cNvPr id="5" name="think-cell data - do not delete" hidden="1">
                        <a:extLst>
                          <a:ext uri="{FF2B5EF4-FFF2-40B4-BE49-F238E27FC236}">
                            <a16:creationId xmlns:a16="http://schemas.microsoft.com/office/drawing/2014/main" id="{30606946-08E2-381C-6097-2950C2D242C0}"/>
                          </a:ext>
                        </a:extLst>
                      </p:cNvPr>
                      <p:cNvPicPr/>
                      <p:nvPr/>
                    </p:nvPicPr>
                    <p:blipFill>
                      <a:blip r:embed="rId4"/>
                      <a:stretch>
                        <a:fillRect/>
                      </a:stretch>
                    </p:blipFill>
                    <p:spPr>
                      <a:xfrm>
                        <a:off x="2118" y="2117"/>
                        <a:ext cx="2117" cy="2117"/>
                      </a:xfrm>
                      <a:prstGeom prst="rect">
                        <a:avLst/>
                      </a:prstGeom>
                    </p:spPr>
                  </p:pic>
                </p:oleObj>
              </mc:Fallback>
            </mc:AlternateContent>
          </a:graphicData>
        </a:graphic>
      </p:graphicFrame>
      <p:sp>
        <p:nvSpPr>
          <p:cNvPr id="13" name="Content Placeholder 2">
            <a:extLst>
              <a:ext uri="{FF2B5EF4-FFF2-40B4-BE49-F238E27FC236}">
                <a16:creationId xmlns:a16="http://schemas.microsoft.com/office/drawing/2014/main" id="{079E9DD1-D1B1-95E0-259D-D8901A3812F1}"/>
              </a:ext>
            </a:extLst>
          </p:cNvPr>
          <p:cNvSpPr>
            <a:spLocks noGrp="1"/>
          </p:cNvSpPr>
          <p:nvPr>
            <p:ph idx="1"/>
          </p:nvPr>
        </p:nvSpPr>
        <p:spPr>
          <a:xfrm>
            <a:off x="533400" y="1384737"/>
            <a:ext cx="11125200" cy="4685248"/>
          </a:xfrm>
        </p:spPr>
        <p:txBody>
          <a:bodyPr>
            <a:noAutofit/>
          </a:bodyPr>
          <a:lstStyle>
            <a:lvl1pPr rtl="0">
              <a:defRPr/>
            </a:lvl1pPr>
            <a:lvl2pPr rtl="0">
              <a:defRPr/>
            </a:lvl2pPr>
            <a:lvl3pPr rtl="0">
              <a:defRPr/>
            </a:lvl3pPr>
            <a:lvl4pPr rtl="0">
              <a:defRPr/>
            </a:lvl4pPr>
            <a:lvl5pPr rtl="0">
              <a:defRPr sz="2133"/>
            </a:lvl5pPr>
          </a:lstStyle>
          <a:p>
            <a:pPr lvl="0"/>
            <a:r>
              <a:rPr lang="en-US" altLang="de-DE" noProof="0" dirty="0" err="1"/>
              <a:t>Mastertextformat</a:t>
            </a:r>
            <a:r>
              <a:rPr lang="en-US" altLang="de-DE" noProof="0" dirty="0"/>
              <a:t> </a:t>
            </a:r>
            <a:r>
              <a:rPr lang="en-US" altLang="de-DE" noProof="0" dirty="0" err="1"/>
              <a:t>bearbeiten</a:t>
            </a:r>
            <a:endParaRPr lang="en-US" altLang="de-DE" noProof="0" dirty="0"/>
          </a:p>
          <a:p>
            <a:pPr lvl="1"/>
            <a:r>
              <a:rPr lang="en-US" altLang="de-DE" noProof="0" dirty="0" err="1"/>
              <a:t>Zweite</a:t>
            </a:r>
            <a:r>
              <a:rPr lang="en-US" altLang="de-DE" noProof="0" dirty="0"/>
              <a:t> Ebene</a:t>
            </a:r>
          </a:p>
          <a:p>
            <a:pPr lvl="2"/>
            <a:r>
              <a:rPr lang="en-US" altLang="de-DE" noProof="0" dirty="0" err="1"/>
              <a:t>Dritte</a:t>
            </a:r>
            <a:r>
              <a:rPr lang="en-US" altLang="de-DE" noProof="0" dirty="0"/>
              <a:t> Ebene</a:t>
            </a:r>
          </a:p>
          <a:p>
            <a:pPr lvl="3"/>
            <a:r>
              <a:rPr lang="en-US" altLang="de-DE" noProof="0" dirty="0" err="1"/>
              <a:t>Vierte</a:t>
            </a:r>
            <a:r>
              <a:rPr lang="en-US" altLang="de-DE" noProof="0" dirty="0"/>
              <a:t> Ebene</a:t>
            </a:r>
          </a:p>
          <a:p>
            <a:pPr lvl="4"/>
            <a:r>
              <a:rPr lang="en-US" altLang="de-DE" noProof="0" dirty="0" err="1"/>
              <a:t>Fünfte</a:t>
            </a:r>
            <a:r>
              <a:rPr lang="en-US" altLang="de-DE" noProof="0" dirty="0"/>
              <a:t> Ebene</a:t>
            </a:r>
          </a:p>
        </p:txBody>
      </p:sp>
      <p:sp>
        <p:nvSpPr>
          <p:cNvPr id="15" name="Titel 1">
            <a:extLst>
              <a:ext uri="{FF2B5EF4-FFF2-40B4-BE49-F238E27FC236}">
                <a16:creationId xmlns:a16="http://schemas.microsoft.com/office/drawing/2014/main" id="{4E8BB881-2F4B-E443-86D4-DB5302D35279}"/>
              </a:ext>
            </a:extLst>
          </p:cNvPr>
          <p:cNvSpPr>
            <a:spLocks noGrp="1"/>
          </p:cNvSpPr>
          <p:nvPr>
            <p:ph type="title" hasCustomPrompt="1"/>
          </p:nvPr>
        </p:nvSpPr>
        <p:spPr>
          <a:xfrm>
            <a:off x="522000" y="331098"/>
            <a:ext cx="11136601" cy="345493"/>
          </a:xfrm>
        </p:spPr>
        <p:txBody>
          <a:bodyPr vert="horz" anchor="t" anchorCtr="0">
            <a:noAutofit/>
          </a:bodyPr>
          <a:lstStyle>
            <a:lvl1pPr rtl="0">
              <a:lnSpc>
                <a:spcPct val="85000"/>
              </a:lnSpc>
              <a:defRPr sz="2666"/>
            </a:lvl1pPr>
          </a:lstStyle>
          <a:p>
            <a:r>
              <a:rPr lang="en-US" altLang="de-DE" noProof="0" dirty="0" err="1"/>
              <a:t>Überschrift</a:t>
            </a:r>
            <a:r>
              <a:rPr lang="en-US" altLang="de-DE" noProof="0" dirty="0"/>
              <a:t> </a:t>
            </a:r>
            <a:r>
              <a:rPr lang="en-US" altLang="de-DE" noProof="0" dirty="0" err="1"/>
              <a:t>hinzufügen</a:t>
            </a:r>
            <a:endParaRPr lang="en-US" noProof="0" dirty="0"/>
          </a:p>
        </p:txBody>
      </p:sp>
      <p:sp>
        <p:nvSpPr>
          <p:cNvPr id="19" name="Textplatzhalter 9">
            <a:extLst>
              <a:ext uri="{FF2B5EF4-FFF2-40B4-BE49-F238E27FC236}">
                <a16:creationId xmlns:a16="http://schemas.microsoft.com/office/drawing/2014/main" id="{EF8C4454-0178-F109-70E9-55057DA837FC}"/>
              </a:ext>
            </a:extLst>
          </p:cNvPr>
          <p:cNvSpPr>
            <a:spLocks noGrp="1"/>
          </p:cNvSpPr>
          <p:nvPr>
            <p:ph type="body" sz="quarter" idx="13" hasCustomPrompt="1"/>
          </p:nvPr>
        </p:nvSpPr>
        <p:spPr>
          <a:xfrm>
            <a:off x="522000" y="665794"/>
            <a:ext cx="11136601" cy="449347"/>
          </a:xfrm>
        </p:spPr>
        <p:txBody>
          <a:bodyPr anchor="ctr">
            <a:noAutofit/>
          </a:bodyPr>
          <a:lstStyle>
            <a:lvl1pPr marL="0" indent="0" rtl="0">
              <a:buNone/>
              <a:defRPr sz="2399" b="1">
                <a:solidFill>
                  <a:schemeClr val="bg1">
                    <a:lumMod val="50000"/>
                  </a:schemeClr>
                </a:solidFill>
                <a:latin typeface="+mj-lt"/>
              </a:defRPr>
            </a:lvl1pPr>
          </a:lstStyle>
          <a:p>
            <a:pPr lvl="0"/>
            <a:r>
              <a:rPr lang="de-DE" dirty="0"/>
              <a:t>2. Überschrift</a:t>
            </a:r>
          </a:p>
        </p:txBody>
      </p:sp>
    </p:spTree>
    <p:extLst>
      <p:ext uri="{BB962C8B-B14F-4D97-AF65-F5344CB8AC3E}">
        <p14:creationId xmlns:p14="http://schemas.microsoft.com/office/powerpoint/2010/main" val="89402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DAB1EBA9-4DB6-4914-A79B-AC62C55B9C4A}"/>
              </a:ext>
            </a:extLst>
          </p:cNvPr>
          <p:cNvGraphicFramePr>
            <a:graphicFrameLocks noChangeAspect="1"/>
          </p:cNvGraphicFramePr>
          <p:nvPr userDrawn="1">
            <p:custDataLst>
              <p:tags r:id="rId1"/>
            </p:custDataLst>
            <p:extLst>
              <p:ext uri="{D42A27DB-BD31-4B8C-83A1-F6EECF244321}">
                <p14:modId xmlns:p14="http://schemas.microsoft.com/office/powerpoint/2010/main" val="3131076281"/>
              </p:ext>
            </p:extLst>
          </p:nvPr>
        </p:nvGraphicFramePr>
        <p:xfrm>
          <a:off x="2118" y="2117"/>
          <a:ext cx="2117" cy="2117"/>
        </p:xfrm>
        <a:graphic>
          <a:graphicData uri="http://schemas.openxmlformats.org/presentationml/2006/ole">
            <mc:AlternateContent xmlns:mc="http://schemas.openxmlformats.org/markup-compatibility/2006">
              <mc:Choice xmlns:v="urn:schemas-microsoft-com:vml" Requires="v">
                <p:oleObj name="think-cell Folie" r:id="rId3" imgW="411" imgH="411" progId="TCLayout.ActiveDocument.1">
                  <p:embed/>
                </p:oleObj>
              </mc:Choice>
              <mc:Fallback>
                <p:oleObj name="think-cell Folie" r:id="rId3" imgW="411" imgH="411" progId="TCLayout.ActiveDocument.1">
                  <p:embed/>
                  <p:pic>
                    <p:nvPicPr>
                      <p:cNvPr id="9" name="think-cell data - do not delete" hidden="1">
                        <a:extLst>
                          <a:ext uri="{FF2B5EF4-FFF2-40B4-BE49-F238E27FC236}">
                            <a16:creationId xmlns:a16="http://schemas.microsoft.com/office/drawing/2014/main" id="{DAB1EBA9-4DB6-4914-A79B-AC62C55B9C4A}"/>
                          </a:ext>
                        </a:extLst>
                      </p:cNvPr>
                      <p:cNvPicPr/>
                      <p:nvPr/>
                    </p:nvPicPr>
                    <p:blipFill>
                      <a:blip r:embed="rId4"/>
                      <a:stretch>
                        <a:fillRect/>
                      </a:stretch>
                    </p:blipFill>
                    <p:spPr>
                      <a:xfrm>
                        <a:off x="2118" y="2117"/>
                        <a:ext cx="2117" cy="2117"/>
                      </a:xfrm>
                      <a:prstGeom prst="rect">
                        <a:avLst/>
                      </a:prstGeom>
                    </p:spPr>
                  </p:pic>
                </p:oleObj>
              </mc:Fallback>
            </mc:AlternateContent>
          </a:graphicData>
        </a:graphic>
      </p:graphicFrame>
      <p:sp>
        <p:nvSpPr>
          <p:cNvPr id="3" name="Content Placeholder 2"/>
          <p:cNvSpPr>
            <a:spLocks noGrp="1"/>
          </p:cNvSpPr>
          <p:nvPr>
            <p:ph sz="half" idx="1" hasCustomPrompt="1"/>
          </p:nvPr>
        </p:nvSpPr>
        <p:spPr>
          <a:xfrm>
            <a:off x="533400" y="1583512"/>
            <a:ext cx="5486400" cy="4593452"/>
          </a:xfrm>
        </p:spPr>
        <p:txBody>
          <a:bodyPr/>
          <a:lstStyle>
            <a:lvl1pPr rtl="0">
              <a:defRPr/>
            </a:lvl1pPr>
            <a:lvl2pPr rtl="0">
              <a:defRPr/>
            </a:lvl2pPr>
            <a:lvl3pPr rtl="0">
              <a:defRPr/>
            </a:lvl3pPr>
            <a:lvl4pPr rtl="0">
              <a:defRPr/>
            </a:lvl4pPr>
            <a:lvl5pPr rtl="0">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Content Placeholder 3"/>
          <p:cNvSpPr>
            <a:spLocks noGrp="1"/>
          </p:cNvSpPr>
          <p:nvPr>
            <p:ph sz="half" idx="2" hasCustomPrompt="1"/>
          </p:nvPr>
        </p:nvSpPr>
        <p:spPr>
          <a:xfrm>
            <a:off x="6172201" y="1583512"/>
            <a:ext cx="5486399" cy="4593452"/>
          </a:xfrm>
        </p:spPr>
        <p:txBody>
          <a:bodyPr/>
          <a:lstStyle>
            <a:lvl1pPr rtl="0">
              <a:defRPr/>
            </a:lvl1pPr>
            <a:lvl2pPr rtl="0">
              <a:defRPr/>
            </a:lvl2pPr>
            <a:lvl3pPr rtl="0">
              <a:defRPr/>
            </a:lvl3pPr>
            <a:lvl4pPr rtl="0">
              <a:defRPr/>
            </a:lvl4pPr>
            <a:lvl5pPr rtl="0">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836313" y="6329811"/>
            <a:ext cx="1370340" cy="528189"/>
          </a:xfrm>
          <a:prstGeom prst="rect">
            <a:avLst/>
          </a:prstGeom>
        </p:spPr>
        <p:txBody>
          <a:bodyPr/>
          <a:lstStyle>
            <a:lvl1pPr rtl="0">
              <a:defRPr/>
            </a:lvl1pPr>
          </a:lstStyle>
          <a:p>
            <a:endParaRPr lang="en-US" dirty="0"/>
          </a:p>
        </p:txBody>
      </p:sp>
      <p:sp>
        <p:nvSpPr>
          <p:cNvPr id="7" name="Slide Number Placeholder 6"/>
          <p:cNvSpPr>
            <a:spLocks noGrp="1"/>
          </p:cNvSpPr>
          <p:nvPr>
            <p:ph type="sldNum" sz="quarter" idx="12"/>
          </p:nvPr>
        </p:nvSpPr>
        <p:spPr>
          <a:xfrm>
            <a:off x="288000" y="6329811"/>
            <a:ext cx="435157" cy="528189"/>
          </a:xfrm>
          <a:prstGeom prst="rect">
            <a:avLst/>
          </a:prstGeom>
        </p:spPr>
        <p:txBody>
          <a:bodyPr/>
          <a:lstStyle>
            <a:lvl1pPr rtl="0">
              <a:defRPr/>
            </a:lvl1pPr>
          </a:lstStyle>
          <a:p>
            <a:fld id="{61696EC4-B4CF-4701-AD06-A8439D6D8E12}" type="slidenum">
              <a:rPr lang="en-US" smtClean="0"/>
              <a:pPr/>
              <a:t>‹Nr.›</a:t>
            </a:fld>
            <a:endParaRPr lang="en-US" dirty="0"/>
          </a:p>
        </p:txBody>
      </p:sp>
      <p:sp>
        <p:nvSpPr>
          <p:cNvPr id="2" name="Fußzeilenplatzhalter 1"/>
          <p:cNvSpPr>
            <a:spLocks noGrp="1"/>
          </p:cNvSpPr>
          <p:nvPr>
            <p:ph type="ftr" sz="quarter" idx="14"/>
          </p:nvPr>
        </p:nvSpPr>
        <p:spPr/>
        <p:txBody>
          <a:bodyPr/>
          <a:lstStyle>
            <a:lvl1pPr rtl="0">
              <a:defRPr/>
            </a:lvl1pPr>
          </a:lstStyle>
          <a:p>
            <a:pPr defTabSz="1218804">
              <a:spcBef>
                <a:spcPct val="50000"/>
              </a:spcBef>
            </a:pPr>
            <a:r>
              <a:rPr lang="en-US"/>
              <a:t>Case Studies/ V-SUM-Integration  - C01-S • CRC 1608 Strategic Project to C01 • Patrick Grycz • 20.07.2026</a:t>
            </a:r>
            <a:endParaRPr lang="de-DE" dirty="0"/>
          </a:p>
        </p:txBody>
      </p:sp>
      <p:sp>
        <p:nvSpPr>
          <p:cNvPr id="11" name="Textplatzhalter 9">
            <a:extLst>
              <a:ext uri="{FF2B5EF4-FFF2-40B4-BE49-F238E27FC236}">
                <a16:creationId xmlns:a16="http://schemas.microsoft.com/office/drawing/2014/main" id="{731375E9-71FD-38A4-16BB-110F464CFBB1}"/>
              </a:ext>
            </a:extLst>
          </p:cNvPr>
          <p:cNvSpPr>
            <a:spLocks noGrp="1"/>
          </p:cNvSpPr>
          <p:nvPr>
            <p:ph type="body" sz="quarter" idx="13" hasCustomPrompt="1"/>
          </p:nvPr>
        </p:nvSpPr>
        <p:spPr>
          <a:xfrm>
            <a:off x="522000" y="665794"/>
            <a:ext cx="11136601" cy="449347"/>
          </a:xfrm>
        </p:spPr>
        <p:txBody>
          <a:bodyPr anchor="ctr">
            <a:noAutofit/>
          </a:bodyPr>
          <a:lstStyle>
            <a:lvl1pPr marL="0" indent="0" rtl="0">
              <a:buNone/>
              <a:defRPr sz="2399" b="1">
                <a:solidFill>
                  <a:schemeClr val="bg1">
                    <a:lumMod val="50000"/>
                  </a:schemeClr>
                </a:solidFill>
                <a:latin typeface="+mj-lt"/>
              </a:defRPr>
            </a:lvl1pPr>
          </a:lstStyle>
          <a:p>
            <a:pPr lvl="0"/>
            <a:r>
              <a:rPr lang="de-DE" dirty="0"/>
              <a:t>2. Überschrift</a:t>
            </a:r>
          </a:p>
        </p:txBody>
      </p:sp>
      <p:sp>
        <p:nvSpPr>
          <p:cNvPr id="12" name="Titel 1">
            <a:extLst>
              <a:ext uri="{FF2B5EF4-FFF2-40B4-BE49-F238E27FC236}">
                <a16:creationId xmlns:a16="http://schemas.microsoft.com/office/drawing/2014/main" id="{D382C351-662B-AE34-F23E-36817F1432A6}"/>
              </a:ext>
            </a:extLst>
          </p:cNvPr>
          <p:cNvSpPr>
            <a:spLocks noGrp="1"/>
          </p:cNvSpPr>
          <p:nvPr>
            <p:ph type="title" hasCustomPrompt="1"/>
          </p:nvPr>
        </p:nvSpPr>
        <p:spPr>
          <a:xfrm>
            <a:off x="522000" y="331098"/>
            <a:ext cx="11136601" cy="345493"/>
          </a:xfrm>
        </p:spPr>
        <p:txBody>
          <a:bodyPr vert="horz" anchor="t" anchorCtr="0">
            <a:noAutofit/>
          </a:bodyPr>
          <a:lstStyle>
            <a:lvl1pPr rtl="0">
              <a:lnSpc>
                <a:spcPct val="85000"/>
              </a:lnSpc>
              <a:defRPr sz="2666"/>
            </a:lvl1pPr>
          </a:lstStyle>
          <a:p>
            <a:r>
              <a:rPr lang="de-DE" altLang="de-DE" dirty="0"/>
              <a:t>Überschrift hinzufügen</a:t>
            </a:r>
            <a:endParaRPr lang="de-DE" dirty="0"/>
          </a:p>
        </p:txBody>
      </p:sp>
    </p:spTree>
    <p:extLst>
      <p:ext uri="{BB962C8B-B14F-4D97-AF65-F5344CB8AC3E}">
        <p14:creationId xmlns:p14="http://schemas.microsoft.com/office/powerpoint/2010/main" val="12143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9F4D95A9-803E-25D0-4F1A-9B3DB618B559}"/>
              </a:ext>
            </a:extLst>
          </p:cNvPr>
          <p:cNvGraphicFramePr>
            <a:graphicFrameLocks noChangeAspect="1"/>
          </p:cNvGraphicFramePr>
          <p:nvPr userDrawn="1">
            <p:custDataLst>
              <p:tags r:id="rId1"/>
            </p:custDataLst>
            <p:extLst>
              <p:ext uri="{D42A27DB-BD31-4B8C-83A1-F6EECF244321}">
                <p14:modId xmlns:p14="http://schemas.microsoft.com/office/powerpoint/2010/main" val="3475333822"/>
              </p:ext>
            </p:extLst>
          </p:nvPr>
        </p:nvGraphicFramePr>
        <p:xfrm>
          <a:off x="2118" y="2117"/>
          <a:ext cx="2117" cy="2117"/>
        </p:xfrm>
        <a:graphic>
          <a:graphicData uri="http://schemas.openxmlformats.org/presentationml/2006/ole">
            <mc:AlternateContent xmlns:mc="http://schemas.openxmlformats.org/markup-compatibility/2006">
              <mc:Choice xmlns:v="urn:schemas-microsoft-com:vml" Requires="v">
                <p:oleObj name="think-cell Folie" r:id="rId3" imgW="411" imgH="411" progId="TCLayout.ActiveDocument.1">
                  <p:embed/>
                </p:oleObj>
              </mc:Choice>
              <mc:Fallback>
                <p:oleObj name="think-cell Folie" r:id="rId3" imgW="411" imgH="411" progId="TCLayout.ActiveDocument.1">
                  <p:embed/>
                  <p:pic>
                    <p:nvPicPr>
                      <p:cNvPr id="11" name="think-cell data - do not delete" hidden="1">
                        <a:extLst>
                          <a:ext uri="{FF2B5EF4-FFF2-40B4-BE49-F238E27FC236}">
                            <a16:creationId xmlns:a16="http://schemas.microsoft.com/office/drawing/2014/main" id="{9F4D95A9-803E-25D0-4F1A-9B3DB618B559}"/>
                          </a:ext>
                        </a:extLst>
                      </p:cNvPr>
                      <p:cNvPicPr/>
                      <p:nvPr/>
                    </p:nvPicPr>
                    <p:blipFill>
                      <a:blip r:embed="rId4"/>
                      <a:stretch>
                        <a:fillRect/>
                      </a:stretch>
                    </p:blipFill>
                    <p:spPr>
                      <a:xfrm>
                        <a:off x="2118" y="2117"/>
                        <a:ext cx="2117" cy="2117"/>
                      </a:xfrm>
                      <a:prstGeom prst="rect">
                        <a:avLst/>
                      </a:prstGeom>
                    </p:spPr>
                  </p:pic>
                </p:oleObj>
              </mc:Fallback>
            </mc:AlternateContent>
          </a:graphicData>
        </a:graphic>
      </p:graphicFrame>
      <p:sp>
        <p:nvSpPr>
          <p:cNvPr id="3" name="Text Placeholder 2"/>
          <p:cNvSpPr>
            <a:spLocks noGrp="1"/>
          </p:cNvSpPr>
          <p:nvPr>
            <p:ph type="body" idx="1" hasCustomPrompt="1"/>
          </p:nvPr>
        </p:nvSpPr>
        <p:spPr>
          <a:xfrm>
            <a:off x="533400" y="1583512"/>
            <a:ext cx="5464176" cy="823912"/>
          </a:xfrm>
        </p:spPr>
        <p:txBody>
          <a:bodyPr anchor="b">
            <a:noAutofit/>
          </a:bodyPr>
          <a:lstStyle>
            <a:lvl1pPr marL="0" indent="0" rtl="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en-US" altLang="de-DE" dirty="0"/>
              <a:t>Click to add subline</a:t>
            </a:r>
          </a:p>
        </p:txBody>
      </p:sp>
      <p:sp>
        <p:nvSpPr>
          <p:cNvPr id="4" name="Content Placeholder 3"/>
          <p:cNvSpPr>
            <a:spLocks noGrp="1"/>
          </p:cNvSpPr>
          <p:nvPr>
            <p:ph sz="half" idx="2" hasCustomPrompt="1"/>
          </p:nvPr>
        </p:nvSpPr>
        <p:spPr>
          <a:xfrm>
            <a:off x="533400" y="2582458"/>
            <a:ext cx="5464176" cy="3607205"/>
          </a:xfrm>
        </p:spPr>
        <p:txBody>
          <a:bodyPr/>
          <a:lstStyle>
            <a:lvl1pPr rtl="0">
              <a:defRPr/>
            </a:lvl1pPr>
            <a:lvl2pPr rtl="0">
              <a:defRPr/>
            </a:lvl2pPr>
            <a:lvl3pPr rtl="0">
              <a:defRPr/>
            </a:lvl3pPr>
            <a:lvl4pPr rtl="0">
              <a:defRPr/>
            </a:lvl4pPr>
            <a:lvl5pPr rtl="0">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Text Placeholder 4"/>
          <p:cNvSpPr>
            <a:spLocks noGrp="1"/>
          </p:cNvSpPr>
          <p:nvPr>
            <p:ph type="body" sz="quarter" idx="3" hasCustomPrompt="1"/>
          </p:nvPr>
        </p:nvSpPr>
        <p:spPr>
          <a:xfrm>
            <a:off x="6194424" y="1583512"/>
            <a:ext cx="5464176" cy="823912"/>
          </a:xfrm>
        </p:spPr>
        <p:txBody>
          <a:bodyPr anchor="b">
            <a:noAutofit/>
          </a:bodyPr>
          <a:lstStyle>
            <a:lvl1pPr marL="0" indent="0" rtl="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en-US" altLang="de-DE" dirty="0"/>
              <a:t>Click to add subline</a:t>
            </a:r>
          </a:p>
        </p:txBody>
      </p:sp>
      <p:sp>
        <p:nvSpPr>
          <p:cNvPr id="6" name="Content Placeholder 5"/>
          <p:cNvSpPr>
            <a:spLocks noGrp="1"/>
          </p:cNvSpPr>
          <p:nvPr>
            <p:ph sz="quarter" idx="4" hasCustomPrompt="1"/>
          </p:nvPr>
        </p:nvSpPr>
        <p:spPr>
          <a:xfrm>
            <a:off x="6194424" y="2582458"/>
            <a:ext cx="5464176" cy="3607206"/>
          </a:xfrm>
        </p:spPr>
        <p:txBody>
          <a:bodyPr/>
          <a:lstStyle>
            <a:lvl1pPr rtl="0">
              <a:defRPr/>
            </a:lvl1pPr>
            <a:lvl2pPr rtl="0">
              <a:defRPr/>
            </a:lvl2pPr>
            <a:lvl3pPr rtl="0">
              <a:defRPr/>
            </a:lvl3pPr>
            <a:lvl4pPr rtl="0">
              <a:defRPr/>
            </a:lvl4pPr>
            <a:lvl5pPr rtl="0">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7" name="Date Placeholder 6"/>
          <p:cNvSpPr>
            <a:spLocks noGrp="1"/>
          </p:cNvSpPr>
          <p:nvPr>
            <p:ph type="dt" sz="half" idx="10"/>
          </p:nvPr>
        </p:nvSpPr>
        <p:spPr>
          <a:xfrm>
            <a:off x="836313" y="6329811"/>
            <a:ext cx="1370340" cy="528189"/>
          </a:xfrm>
          <a:prstGeom prst="rect">
            <a:avLst/>
          </a:prstGeom>
        </p:spPr>
        <p:txBody>
          <a:bodyPr/>
          <a:lstStyle>
            <a:lvl1pPr rtl="0">
              <a:defRPr/>
            </a:lvl1pPr>
          </a:lstStyle>
          <a:p>
            <a:endParaRPr lang="en-US" dirty="0"/>
          </a:p>
        </p:txBody>
      </p:sp>
      <p:sp>
        <p:nvSpPr>
          <p:cNvPr id="9" name="Slide Number Placeholder 8"/>
          <p:cNvSpPr>
            <a:spLocks noGrp="1"/>
          </p:cNvSpPr>
          <p:nvPr>
            <p:ph type="sldNum" sz="quarter" idx="12"/>
          </p:nvPr>
        </p:nvSpPr>
        <p:spPr>
          <a:xfrm>
            <a:off x="288000" y="6329811"/>
            <a:ext cx="435157" cy="528189"/>
          </a:xfrm>
          <a:prstGeom prst="rect">
            <a:avLst/>
          </a:prstGeom>
        </p:spPr>
        <p:txBody>
          <a:bodyPr/>
          <a:lstStyle>
            <a:lvl1pPr rtl="0">
              <a:defRPr/>
            </a:lvl1pPr>
          </a:lstStyle>
          <a:p>
            <a:fld id="{61696EC4-B4CF-4701-AD06-A8439D6D8E12}" type="slidenum">
              <a:rPr lang="en-US" smtClean="0"/>
              <a:pPr/>
              <a:t>‹Nr.›</a:t>
            </a:fld>
            <a:endParaRPr lang="en-US" dirty="0"/>
          </a:p>
        </p:txBody>
      </p:sp>
      <p:sp>
        <p:nvSpPr>
          <p:cNvPr id="2" name="Fußzeilenplatzhalter 1"/>
          <p:cNvSpPr>
            <a:spLocks noGrp="1"/>
          </p:cNvSpPr>
          <p:nvPr>
            <p:ph type="ftr" sz="quarter" idx="14"/>
          </p:nvPr>
        </p:nvSpPr>
        <p:spPr/>
        <p:txBody>
          <a:bodyPr/>
          <a:lstStyle>
            <a:lvl1pPr rtl="0">
              <a:defRPr/>
            </a:lvl1pPr>
          </a:lstStyle>
          <a:p>
            <a:pPr defTabSz="1218804">
              <a:spcBef>
                <a:spcPct val="50000"/>
              </a:spcBef>
            </a:pPr>
            <a:r>
              <a:rPr lang="en-US"/>
              <a:t>Case Studies/ V-SUM-Integration  - C01-S • CRC 1608 Strategic Project to C01 • Patrick Grycz • 20.07.2026</a:t>
            </a:r>
            <a:endParaRPr lang="de-DE" dirty="0"/>
          </a:p>
        </p:txBody>
      </p:sp>
      <p:sp>
        <p:nvSpPr>
          <p:cNvPr id="13" name="Textplatzhalter 9">
            <a:extLst>
              <a:ext uri="{FF2B5EF4-FFF2-40B4-BE49-F238E27FC236}">
                <a16:creationId xmlns:a16="http://schemas.microsoft.com/office/drawing/2014/main" id="{0C8DC540-6B79-203A-B803-3C8071EF285D}"/>
              </a:ext>
            </a:extLst>
          </p:cNvPr>
          <p:cNvSpPr>
            <a:spLocks noGrp="1"/>
          </p:cNvSpPr>
          <p:nvPr>
            <p:ph type="body" sz="quarter" idx="13" hasCustomPrompt="1"/>
          </p:nvPr>
        </p:nvSpPr>
        <p:spPr>
          <a:xfrm>
            <a:off x="522000" y="665794"/>
            <a:ext cx="11136601" cy="449347"/>
          </a:xfrm>
        </p:spPr>
        <p:txBody>
          <a:bodyPr anchor="ctr">
            <a:noAutofit/>
          </a:bodyPr>
          <a:lstStyle>
            <a:lvl1pPr marL="0" indent="0" rtl="0">
              <a:buNone/>
              <a:defRPr sz="2399" b="1">
                <a:solidFill>
                  <a:schemeClr val="bg1">
                    <a:lumMod val="50000"/>
                  </a:schemeClr>
                </a:solidFill>
                <a:latin typeface="+mj-lt"/>
              </a:defRPr>
            </a:lvl1pPr>
          </a:lstStyle>
          <a:p>
            <a:pPr lvl="0"/>
            <a:r>
              <a:rPr lang="de-DE" dirty="0"/>
              <a:t>2. Überschrift</a:t>
            </a:r>
          </a:p>
        </p:txBody>
      </p:sp>
      <p:sp>
        <p:nvSpPr>
          <p:cNvPr id="14" name="Titel 1">
            <a:extLst>
              <a:ext uri="{FF2B5EF4-FFF2-40B4-BE49-F238E27FC236}">
                <a16:creationId xmlns:a16="http://schemas.microsoft.com/office/drawing/2014/main" id="{91FF7F7B-CDA1-1EFE-1354-45626A4889E0}"/>
              </a:ext>
            </a:extLst>
          </p:cNvPr>
          <p:cNvSpPr>
            <a:spLocks noGrp="1"/>
          </p:cNvSpPr>
          <p:nvPr>
            <p:ph type="title" hasCustomPrompt="1"/>
          </p:nvPr>
        </p:nvSpPr>
        <p:spPr>
          <a:xfrm>
            <a:off x="522000" y="331098"/>
            <a:ext cx="11136601" cy="345493"/>
          </a:xfrm>
        </p:spPr>
        <p:txBody>
          <a:bodyPr vert="horz" anchor="t" anchorCtr="0">
            <a:noAutofit/>
          </a:bodyPr>
          <a:lstStyle>
            <a:lvl1pPr rtl="0">
              <a:lnSpc>
                <a:spcPct val="85000"/>
              </a:lnSpc>
              <a:defRPr sz="2666"/>
            </a:lvl1pPr>
          </a:lstStyle>
          <a:p>
            <a:r>
              <a:rPr lang="de-DE" altLang="de-DE" dirty="0"/>
              <a:t>Überschrift hinzufügen</a:t>
            </a:r>
            <a:endParaRPr lang="de-DE" dirty="0"/>
          </a:p>
        </p:txBody>
      </p:sp>
    </p:spTree>
    <p:extLst>
      <p:ext uri="{BB962C8B-B14F-4D97-AF65-F5344CB8AC3E}">
        <p14:creationId xmlns:p14="http://schemas.microsoft.com/office/powerpoint/2010/main" val="258822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Nur Titel">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1F77383-049A-2B06-276C-F905834A871B}"/>
              </a:ext>
            </a:extLst>
          </p:cNvPr>
          <p:cNvGraphicFramePr>
            <a:graphicFrameLocks noChangeAspect="1"/>
          </p:cNvGraphicFramePr>
          <p:nvPr userDrawn="1">
            <p:custDataLst>
              <p:tags r:id="rId1"/>
            </p:custDataLst>
            <p:extLst>
              <p:ext uri="{D42A27DB-BD31-4B8C-83A1-F6EECF244321}">
                <p14:modId xmlns:p14="http://schemas.microsoft.com/office/powerpoint/2010/main" val="3585811304"/>
              </p:ext>
            </p:extLst>
          </p:nvPr>
        </p:nvGraphicFramePr>
        <p:xfrm>
          <a:off x="2118" y="2117"/>
          <a:ext cx="2117" cy="2117"/>
        </p:xfrm>
        <a:graphic>
          <a:graphicData uri="http://schemas.openxmlformats.org/presentationml/2006/ole">
            <mc:AlternateContent xmlns:mc="http://schemas.openxmlformats.org/markup-compatibility/2006">
              <mc:Choice xmlns:v="urn:schemas-microsoft-com:vml" Requires="v">
                <p:oleObj name="think-cell Folie" r:id="rId3" imgW="411" imgH="411" progId="TCLayout.ActiveDocument.1">
                  <p:embed/>
                </p:oleObj>
              </mc:Choice>
              <mc:Fallback>
                <p:oleObj name="think-cell Folie" r:id="rId3" imgW="411" imgH="411" progId="TCLayout.ActiveDocument.1">
                  <p:embed/>
                  <p:pic>
                    <p:nvPicPr>
                      <p:cNvPr id="6" name="think-cell data - do not delete" hidden="1">
                        <a:extLst>
                          <a:ext uri="{FF2B5EF4-FFF2-40B4-BE49-F238E27FC236}">
                            <a16:creationId xmlns:a16="http://schemas.microsoft.com/office/drawing/2014/main" id="{71F77383-049A-2B06-276C-F905834A871B}"/>
                          </a:ext>
                        </a:extLst>
                      </p:cNvPr>
                      <p:cNvPicPr/>
                      <p:nvPr/>
                    </p:nvPicPr>
                    <p:blipFill>
                      <a:blip r:embed="rId4"/>
                      <a:stretch>
                        <a:fillRect/>
                      </a:stretch>
                    </p:blipFill>
                    <p:spPr>
                      <a:xfrm>
                        <a:off x="2118" y="2117"/>
                        <a:ext cx="2117" cy="2117"/>
                      </a:xfrm>
                      <a:prstGeom prst="rect">
                        <a:avLst/>
                      </a:prstGeom>
                    </p:spPr>
                  </p:pic>
                </p:oleObj>
              </mc:Fallback>
            </mc:AlternateContent>
          </a:graphicData>
        </a:graphic>
      </p:graphicFrame>
      <p:sp>
        <p:nvSpPr>
          <p:cNvPr id="3" name="Date Placeholder 2"/>
          <p:cNvSpPr>
            <a:spLocks noGrp="1"/>
          </p:cNvSpPr>
          <p:nvPr>
            <p:ph type="dt" sz="half" idx="10"/>
          </p:nvPr>
        </p:nvSpPr>
        <p:spPr>
          <a:xfrm>
            <a:off x="836313" y="6329811"/>
            <a:ext cx="1370340" cy="528189"/>
          </a:xfrm>
          <a:prstGeom prst="rect">
            <a:avLst/>
          </a:prstGeom>
        </p:spPr>
        <p:txBody>
          <a:bodyPr/>
          <a:lstStyle>
            <a:lvl1pPr rtl="0">
              <a:defRPr/>
            </a:lvl1pPr>
          </a:lstStyle>
          <a:p>
            <a:endParaRPr lang="en-US" dirty="0"/>
          </a:p>
        </p:txBody>
      </p:sp>
      <p:sp>
        <p:nvSpPr>
          <p:cNvPr id="5" name="Slide Number Placeholder 4"/>
          <p:cNvSpPr>
            <a:spLocks noGrp="1"/>
          </p:cNvSpPr>
          <p:nvPr>
            <p:ph type="sldNum" sz="quarter" idx="12"/>
          </p:nvPr>
        </p:nvSpPr>
        <p:spPr>
          <a:xfrm>
            <a:off x="288000" y="6329811"/>
            <a:ext cx="435157" cy="528189"/>
          </a:xfrm>
          <a:prstGeom prst="rect">
            <a:avLst/>
          </a:prstGeom>
        </p:spPr>
        <p:txBody>
          <a:bodyPr/>
          <a:lstStyle>
            <a:lvl1pPr rtl="0">
              <a:defRPr/>
            </a:lvl1pPr>
          </a:lstStyle>
          <a:p>
            <a:fld id="{61696EC4-B4CF-4701-AD06-A8439D6D8E12}" type="slidenum">
              <a:rPr lang="en-US" smtClean="0"/>
              <a:pPr/>
              <a:t>‹Nr.›</a:t>
            </a:fld>
            <a:endParaRPr lang="en-US" dirty="0"/>
          </a:p>
        </p:txBody>
      </p:sp>
      <p:sp>
        <p:nvSpPr>
          <p:cNvPr id="2" name="Fußzeilenplatzhalter 1"/>
          <p:cNvSpPr>
            <a:spLocks noGrp="1"/>
          </p:cNvSpPr>
          <p:nvPr>
            <p:ph type="ftr" sz="quarter" idx="13"/>
          </p:nvPr>
        </p:nvSpPr>
        <p:spPr/>
        <p:txBody>
          <a:bodyPr/>
          <a:lstStyle>
            <a:lvl1pPr rtl="0">
              <a:defRPr/>
            </a:lvl1pPr>
          </a:lstStyle>
          <a:p>
            <a:pPr defTabSz="1218804">
              <a:spcBef>
                <a:spcPct val="50000"/>
              </a:spcBef>
            </a:pPr>
            <a:r>
              <a:rPr lang="en-US"/>
              <a:t>Case Studies/ V-SUM-Integration  - C01-S • CRC 1608 Strategic Project to C01 • Patrick Grycz • 20.07.2026</a:t>
            </a:r>
            <a:endParaRPr lang="de-DE" dirty="0"/>
          </a:p>
        </p:txBody>
      </p:sp>
      <p:sp>
        <p:nvSpPr>
          <p:cNvPr id="8" name="Textplatzhalter 9">
            <a:extLst>
              <a:ext uri="{FF2B5EF4-FFF2-40B4-BE49-F238E27FC236}">
                <a16:creationId xmlns:a16="http://schemas.microsoft.com/office/drawing/2014/main" id="{13C0747A-6C3C-5F0B-D2D4-2DD52D2B629C}"/>
              </a:ext>
            </a:extLst>
          </p:cNvPr>
          <p:cNvSpPr>
            <a:spLocks noGrp="1"/>
          </p:cNvSpPr>
          <p:nvPr>
            <p:ph type="body" sz="quarter" idx="14" hasCustomPrompt="1"/>
          </p:nvPr>
        </p:nvSpPr>
        <p:spPr>
          <a:xfrm>
            <a:off x="522000" y="665794"/>
            <a:ext cx="11136601" cy="449347"/>
          </a:xfrm>
        </p:spPr>
        <p:txBody>
          <a:bodyPr anchor="ctr">
            <a:noAutofit/>
          </a:bodyPr>
          <a:lstStyle>
            <a:lvl1pPr marL="0" indent="0" rtl="0">
              <a:buNone/>
              <a:defRPr sz="2399" b="1">
                <a:solidFill>
                  <a:schemeClr val="bg1">
                    <a:lumMod val="50000"/>
                  </a:schemeClr>
                </a:solidFill>
                <a:latin typeface="+mj-lt"/>
              </a:defRPr>
            </a:lvl1pPr>
          </a:lstStyle>
          <a:p>
            <a:pPr lvl="0"/>
            <a:r>
              <a:rPr lang="de-DE" dirty="0"/>
              <a:t>2. Überschrift</a:t>
            </a:r>
          </a:p>
        </p:txBody>
      </p:sp>
      <p:sp>
        <p:nvSpPr>
          <p:cNvPr id="9" name="Titel 1">
            <a:extLst>
              <a:ext uri="{FF2B5EF4-FFF2-40B4-BE49-F238E27FC236}">
                <a16:creationId xmlns:a16="http://schemas.microsoft.com/office/drawing/2014/main" id="{558EAF5A-02A7-12E8-B870-0BA29E95CBB9}"/>
              </a:ext>
            </a:extLst>
          </p:cNvPr>
          <p:cNvSpPr>
            <a:spLocks noGrp="1"/>
          </p:cNvSpPr>
          <p:nvPr>
            <p:ph type="title" hasCustomPrompt="1"/>
          </p:nvPr>
        </p:nvSpPr>
        <p:spPr>
          <a:xfrm>
            <a:off x="522000" y="331098"/>
            <a:ext cx="11136601" cy="345493"/>
          </a:xfrm>
        </p:spPr>
        <p:txBody>
          <a:bodyPr vert="horz" anchor="t" anchorCtr="0">
            <a:noAutofit/>
          </a:bodyPr>
          <a:lstStyle>
            <a:lvl1pPr rtl="0">
              <a:lnSpc>
                <a:spcPct val="85000"/>
              </a:lnSpc>
              <a:defRPr sz="2666"/>
            </a:lvl1pPr>
          </a:lstStyle>
          <a:p>
            <a:r>
              <a:rPr lang="de-DE" altLang="de-DE" dirty="0"/>
              <a:t>Überschrift hinzufügen</a:t>
            </a:r>
            <a:endParaRPr lang="de-DE" dirty="0"/>
          </a:p>
        </p:txBody>
      </p:sp>
    </p:spTree>
    <p:extLst>
      <p:ext uri="{BB962C8B-B14F-4D97-AF65-F5344CB8AC3E}">
        <p14:creationId xmlns:p14="http://schemas.microsoft.com/office/powerpoint/2010/main" val="1461372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BAC75E-EED2-64DC-0282-080DD9C965A0}"/>
              </a:ext>
            </a:extLst>
          </p:cNvPr>
          <p:cNvSpPr>
            <a:spLocks noGrp="1"/>
          </p:cNvSpPr>
          <p:nvPr>
            <p:ph type="title"/>
          </p:nvPr>
        </p:nvSpPr>
        <p:spPr/>
        <p:txBody>
          <a:bodyPr/>
          <a:lstStyle/>
          <a:p>
            <a:r>
              <a:rPr lang="de-DE"/>
              <a:t>Mastertitelformat bearbeiten</a:t>
            </a:r>
          </a:p>
        </p:txBody>
      </p:sp>
      <p:sp>
        <p:nvSpPr>
          <p:cNvPr id="3" name="Foliennummernplatzhalter 2">
            <a:extLst>
              <a:ext uri="{FF2B5EF4-FFF2-40B4-BE49-F238E27FC236}">
                <a16:creationId xmlns:a16="http://schemas.microsoft.com/office/drawing/2014/main" id="{D881F9F9-5C08-8998-C5E7-E206D7531E46}"/>
              </a:ext>
            </a:extLst>
          </p:cNvPr>
          <p:cNvSpPr>
            <a:spLocks noGrp="1"/>
          </p:cNvSpPr>
          <p:nvPr>
            <p:ph type="sldNum" sz="quarter" idx="10"/>
          </p:nvPr>
        </p:nvSpPr>
        <p:spPr/>
        <p:txBody>
          <a:bodyPr/>
          <a:lstStyle/>
          <a:p>
            <a:fld id="{0BBFC357-94BC-44C8-B600-C5D15BBAA3CF}" type="slidenum">
              <a:rPr lang="de-DE" smtClean="0"/>
              <a:pPr/>
              <a:t>‹Nr.›</a:t>
            </a:fld>
            <a:endParaRPr lang="de-DE" dirty="0"/>
          </a:p>
        </p:txBody>
      </p:sp>
      <p:sp>
        <p:nvSpPr>
          <p:cNvPr id="4" name="Fußzeilenplatzhalter 3">
            <a:extLst>
              <a:ext uri="{FF2B5EF4-FFF2-40B4-BE49-F238E27FC236}">
                <a16:creationId xmlns:a16="http://schemas.microsoft.com/office/drawing/2014/main" id="{F66D5B42-A1A0-1595-1D10-D03774978905}"/>
              </a:ext>
            </a:extLst>
          </p:cNvPr>
          <p:cNvSpPr>
            <a:spLocks noGrp="1"/>
          </p:cNvSpPr>
          <p:nvPr>
            <p:ph type="ftr" sz="quarter" idx="11"/>
          </p:nvPr>
        </p:nvSpPr>
        <p:spPr/>
        <p:txBody>
          <a:body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2316166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Slides">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Title Slides</a:t>
            </a:r>
          </a:p>
        </p:txBody>
      </p:sp>
      <p:grpSp>
        <p:nvGrpSpPr>
          <p:cNvPr id="8" name="Gruppieren 7">
            <a:extLst>
              <a:ext uri="{FF2B5EF4-FFF2-40B4-BE49-F238E27FC236}">
                <a16:creationId xmlns:a16="http://schemas.microsoft.com/office/drawing/2014/main" id="{C9806C6D-0905-EEEA-0B68-C996F2964FF2}"/>
              </a:ext>
            </a:extLst>
          </p:cNvPr>
          <p:cNvGrpSpPr/>
          <p:nvPr userDrawn="1"/>
        </p:nvGrpSpPr>
        <p:grpSpPr>
          <a:xfrm>
            <a:off x="9749847" y="2816226"/>
            <a:ext cx="1207276" cy="1009648"/>
            <a:chOff x="9336214" y="2528900"/>
            <a:chExt cx="1980368" cy="1656188"/>
          </a:xfrm>
        </p:grpSpPr>
        <p:cxnSp>
          <p:nvCxnSpPr>
            <p:cNvPr id="4" name="Gerader Verbinder 3">
              <a:extLst>
                <a:ext uri="{FF2B5EF4-FFF2-40B4-BE49-F238E27FC236}">
                  <a16:creationId xmlns:a16="http://schemas.microsoft.com/office/drawing/2014/main" id="{5E157EA1-ECC1-A9AA-1AF8-CA75A4644506}"/>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aute 4">
              <a:extLst>
                <a:ext uri="{FF2B5EF4-FFF2-40B4-BE49-F238E27FC236}">
                  <a16:creationId xmlns:a16="http://schemas.microsoft.com/office/drawing/2014/main" id="{FDC88BE7-F254-7F88-E4BE-4948376941C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1814478670"/>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pic>
        <p:nvPicPr>
          <p:cNvPr id="30" name="Bildplatzhalter 4">
            <a:extLst>
              <a:ext uri="{FF2B5EF4-FFF2-40B4-BE49-F238E27FC236}">
                <a16:creationId xmlns:a16="http://schemas.microsoft.com/office/drawing/2014/main" id="{F1062A80-EF7D-48B2-98CD-6CDDED20D5E0}"/>
              </a:ext>
            </a:extLst>
          </p:cNvPr>
          <p:cNvPicPr>
            <a:picLocks noChangeAspect="1"/>
          </p:cNvPicPr>
          <p:nvPr userDrawn="1"/>
        </p:nvPicPr>
        <p:blipFill rotWithShape="1">
          <a:blip r:embed="rId2"/>
          <a:srcRect t="34825" b="3009"/>
          <a:stretch/>
        </p:blipFill>
        <p:spPr bwMode="gray">
          <a:xfrm>
            <a:off x="5988051" y="-1"/>
            <a:ext cx="6203949" cy="6858001"/>
          </a:xfrm>
          <a:prstGeom prst="rect">
            <a:avLst/>
          </a:prstGeom>
        </p:spPr>
      </p:pic>
      <p:sp>
        <p:nvSpPr>
          <p:cNvPr id="7" name="Rechteck 6">
            <a:extLst>
              <a:ext uri="{FF2B5EF4-FFF2-40B4-BE49-F238E27FC236}">
                <a16:creationId xmlns:a16="http://schemas.microsoft.com/office/drawing/2014/main" id="{914472A9-C746-414B-A339-17009C086F0C}"/>
              </a:ext>
            </a:extLst>
          </p:cNvPr>
          <p:cNvSpPr/>
          <p:nvPr userDrawn="1"/>
        </p:nvSpPr>
        <p:spPr bwMode="gray">
          <a:xfrm>
            <a:off x="0" y="0"/>
            <a:ext cx="598805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gray">
          <a:xfrm>
            <a:off x="371475" y="368300"/>
            <a:ext cx="5616575" cy="4681538"/>
          </a:xfrm>
        </p:spPr>
        <p:txBody>
          <a:bodyPr rIns="36000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gray">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4" name="Datumsplatzhalter 3">
            <a:extLst>
              <a:ext uri="{FF2B5EF4-FFF2-40B4-BE49-F238E27FC236}">
                <a16:creationId xmlns:a16="http://schemas.microsoft.com/office/drawing/2014/main" id="{AA6250CC-595F-56CB-920B-A07D0AF8DB68}"/>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a:p>
        </p:txBody>
      </p:sp>
      <p:sp>
        <p:nvSpPr>
          <p:cNvPr id="5" name="Fußzeilenplatzhalter 4">
            <a:extLst>
              <a:ext uri="{FF2B5EF4-FFF2-40B4-BE49-F238E27FC236}">
                <a16:creationId xmlns:a16="http://schemas.microsoft.com/office/drawing/2014/main" id="{DA012934-337B-04B6-BBA6-336DE7455482}"/>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6" name="Foliennummernplatzhalter 5">
            <a:extLst>
              <a:ext uri="{FF2B5EF4-FFF2-40B4-BE49-F238E27FC236}">
                <a16:creationId xmlns:a16="http://schemas.microsoft.com/office/drawing/2014/main" id="{F77DF1B2-42B7-5543-6886-E7938EDBECD5}"/>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28" name="Gruppieren 27">
            <a:extLst>
              <a:ext uri="{FF2B5EF4-FFF2-40B4-BE49-F238E27FC236}">
                <a16:creationId xmlns:a16="http://schemas.microsoft.com/office/drawing/2014/main" id="{392CD00D-7689-459C-BD22-24BD24D38833}"/>
              </a:ext>
            </a:extLst>
          </p:cNvPr>
          <p:cNvGrpSpPr/>
          <p:nvPr userDrawn="1"/>
        </p:nvGrpSpPr>
        <p:grpSpPr>
          <a:xfrm>
            <a:off x="6318982" y="339934"/>
            <a:ext cx="5170611" cy="1080000"/>
            <a:chOff x="6460967" y="2888999"/>
            <a:chExt cx="5170611" cy="1080000"/>
          </a:xfrm>
        </p:grpSpPr>
        <p:grpSp>
          <p:nvGrpSpPr>
            <p:cNvPr id="9" name="Gruppieren 8">
              <a:extLst>
                <a:ext uri="{FF2B5EF4-FFF2-40B4-BE49-F238E27FC236}">
                  <a16:creationId xmlns:a16="http://schemas.microsoft.com/office/drawing/2014/main" id="{0484C6BD-91DB-46E4-D1D8-D75CEFB669AE}"/>
                </a:ext>
              </a:extLst>
            </p:cNvPr>
            <p:cNvGrpSpPr>
              <a:grpSpLocks noChangeAspect="1"/>
            </p:cNvGrpSpPr>
            <p:nvPr userDrawn="1"/>
          </p:nvGrpSpPr>
          <p:grpSpPr bwMode="gray">
            <a:xfrm>
              <a:off x="9624392" y="3068999"/>
              <a:ext cx="2007186" cy="720000"/>
              <a:chOff x="11189494" y="381000"/>
              <a:chExt cx="621506" cy="222941"/>
            </a:xfrm>
          </p:grpSpPr>
          <p:sp>
            <p:nvSpPr>
              <p:cNvPr id="10" name="Freihandform: Form 9">
                <a:extLst>
                  <a:ext uri="{FF2B5EF4-FFF2-40B4-BE49-F238E27FC236}">
                    <a16:creationId xmlns:a16="http://schemas.microsoft.com/office/drawing/2014/main" id="{59D79EA9-159E-AF02-E8D2-0E0E2BFCBD4B}"/>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D0DC72A4-EA66-1D2C-67F7-6C89ECA758C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pic>
          <p:nvPicPr>
            <p:cNvPr id="13" name="Grafik 12">
              <a:extLst>
                <a:ext uri="{FF2B5EF4-FFF2-40B4-BE49-F238E27FC236}">
                  <a16:creationId xmlns:a16="http://schemas.microsoft.com/office/drawing/2014/main" id="{F124AFD3-CA1D-4245-8C99-2E1F9B1B328E}"/>
                </a:ext>
              </a:extLst>
            </p:cNvPr>
            <p:cNvPicPr>
              <a:picLocks noChangeAspect="1"/>
            </p:cNvPicPr>
            <p:nvPr userDrawn="1"/>
          </p:nvPicPr>
          <p:blipFill>
            <a:blip r:embed="rId3"/>
            <a:stretch>
              <a:fillRect/>
            </a:stretch>
          </p:blipFill>
          <p:spPr>
            <a:xfrm>
              <a:off x="6460967" y="2888999"/>
              <a:ext cx="2887271" cy="1080000"/>
            </a:xfrm>
            <a:prstGeom prst="rect">
              <a:avLst/>
            </a:prstGeom>
          </p:spPr>
        </p:pic>
      </p:grpSp>
      <p:sp>
        <p:nvSpPr>
          <p:cNvPr id="8" name="Textfeld 7">
            <a:extLst>
              <a:ext uri="{FF2B5EF4-FFF2-40B4-BE49-F238E27FC236}">
                <a16:creationId xmlns:a16="http://schemas.microsoft.com/office/drawing/2014/main" id="{1A99FADE-F975-4081-B9F3-D5C1AA023870}"/>
              </a:ext>
            </a:extLst>
          </p:cNvPr>
          <p:cNvSpPr txBox="1"/>
          <p:nvPr userDrawn="1"/>
        </p:nvSpPr>
        <p:spPr bwMode="gray">
          <a:xfrm>
            <a:off x="6228705" y="6406673"/>
            <a:ext cx="5591820" cy="320462"/>
          </a:xfrm>
          <a:prstGeom prst="rect">
            <a:avLst/>
          </a:prstGeom>
          <a:noFill/>
        </p:spPr>
        <p:txBody>
          <a:bodyPr wrap="none" lIns="0" tIns="0" rIns="0" bIns="0" rtlCol="0" anchor="ctr">
            <a:noAutofit/>
          </a:bodyPr>
          <a:lstStyle/>
          <a:p>
            <a:pPr marL="0" indent="0" algn="ctr" defTabSz="914347">
              <a:lnSpc>
                <a:spcPct val="110000"/>
              </a:lnSpc>
              <a:spcBef>
                <a:spcPts val="300"/>
              </a:spcBef>
              <a:spcAft>
                <a:spcPts val="300"/>
              </a:spcAft>
              <a:buClr>
                <a:schemeClr val="accent1"/>
              </a:buClr>
              <a:buSzPct val="90000"/>
              <a:buFont typeface="Wingdings" panose="05000000000000000000" pitchFamily="2" charset="2"/>
              <a:buNone/>
            </a:pPr>
            <a:r>
              <a:rPr lang="de-DE" sz="1100" b="1" dirty="0">
                <a:solidFill>
                  <a:srgbClr val="000000"/>
                </a:solidFill>
              </a:rPr>
              <a:t>GEFÖRDERT DURCH DIE				– SFB-1608 – 501798263</a:t>
            </a:r>
          </a:p>
        </p:txBody>
      </p:sp>
      <p:pic>
        <p:nvPicPr>
          <p:cNvPr id="14" name="Grafik 13">
            <a:extLst>
              <a:ext uri="{FF2B5EF4-FFF2-40B4-BE49-F238E27FC236}">
                <a16:creationId xmlns:a16="http://schemas.microsoft.com/office/drawing/2014/main" id="{BFD8DB7A-C648-4498-9C43-3A1A7E6AFB0A}"/>
              </a:ext>
            </a:extLst>
          </p:cNvPr>
          <p:cNvPicPr>
            <a:picLocks noChangeAspect="1"/>
          </p:cNvPicPr>
          <p:nvPr userDrawn="1"/>
        </p:nvPicPr>
        <p:blipFill>
          <a:blip r:embed="rId4">
            <a:biLevel thresh="75000"/>
          </a:blip>
          <a:stretch>
            <a:fillRect/>
          </a:stretch>
        </p:blipFill>
        <p:spPr>
          <a:xfrm>
            <a:off x="8039894" y="6378209"/>
            <a:ext cx="2100262" cy="377391"/>
          </a:xfrm>
          <a:prstGeom prst="rect">
            <a:avLst/>
          </a:prstGeom>
        </p:spPr>
      </p:pic>
    </p:spTree>
    <p:extLst>
      <p:ext uri="{BB962C8B-B14F-4D97-AF65-F5344CB8AC3E}">
        <p14:creationId xmlns:p14="http://schemas.microsoft.com/office/powerpoint/2010/main" val="2640374903"/>
      </p:ext>
    </p:extLst>
  </p:cSld>
  <p:clrMapOvr>
    <a:masterClrMapping/>
  </p:clrMapOvr>
  <p:transition>
    <p:fade/>
  </p:transition>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14472A9-C746-414B-A339-17009C086F0C}"/>
              </a:ext>
            </a:extLst>
          </p:cNvPr>
          <p:cNvSpPr/>
          <p:nvPr userDrawn="1"/>
        </p:nvSpPr>
        <p:spPr bwMode="gray">
          <a:xfrm>
            <a:off x="5988050" y="0"/>
            <a:ext cx="6203950"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368300"/>
            <a:ext cx="5616575" cy="4681538"/>
          </a:xfrm>
        </p:spPr>
        <p:txBody>
          <a:bodyPr rIns="36000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16" name="Bildplatzhalter 15">
            <a:extLst>
              <a:ext uri="{FF2B5EF4-FFF2-40B4-BE49-F238E27FC236}">
                <a16:creationId xmlns:a16="http://schemas.microsoft.com/office/drawing/2014/main" id="{E617D12E-D9F2-FE30-962E-F64655611604}"/>
              </a:ext>
            </a:extLst>
          </p:cNvPr>
          <p:cNvSpPr>
            <a:spLocks noGrp="1"/>
          </p:cNvSpPr>
          <p:nvPr>
            <p:ph type="pic" sz="quarter" idx="13" hasCustomPrompt="1"/>
          </p:nvPr>
        </p:nvSpPr>
        <p:spPr bwMode="gray">
          <a:xfrm>
            <a:off x="5988051" y="1"/>
            <a:ext cx="4103687" cy="6858000"/>
          </a:xfrm>
        </p:spPr>
        <p:txBody>
          <a:bodyPr tIns="864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8" name="Datumsplatzhalter 3">
            <a:extLst>
              <a:ext uri="{FF2B5EF4-FFF2-40B4-BE49-F238E27FC236}">
                <a16:creationId xmlns:a16="http://schemas.microsoft.com/office/drawing/2014/main" id="{B13F734F-93E9-EAAB-2752-52949F413704}"/>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endParaRPr lang="en-US"/>
          </a:p>
        </p:txBody>
      </p:sp>
      <p:sp>
        <p:nvSpPr>
          <p:cNvPr id="12" name="Fußzeilenplatzhalter 4">
            <a:extLst>
              <a:ext uri="{FF2B5EF4-FFF2-40B4-BE49-F238E27FC236}">
                <a16:creationId xmlns:a16="http://schemas.microsoft.com/office/drawing/2014/main" id="{7037DF08-8E92-E882-4AEB-B9E96AA7AA76}"/>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p>
        </p:txBody>
      </p:sp>
      <p:sp>
        <p:nvSpPr>
          <p:cNvPr id="13" name="Foliennummernplatzhalter 5">
            <a:extLst>
              <a:ext uri="{FF2B5EF4-FFF2-40B4-BE49-F238E27FC236}">
                <a16:creationId xmlns:a16="http://schemas.microsoft.com/office/drawing/2014/main" id="{29264F0A-C45F-9937-0433-4CE92B3ED551}"/>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4" name="Gruppieren 8">
            <a:extLst>
              <a:ext uri="{FF2B5EF4-FFF2-40B4-BE49-F238E27FC236}">
                <a16:creationId xmlns:a16="http://schemas.microsoft.com/office/drawing/2014/main" id="{A1532E2A-0AD5-78A6-C7F4-C16B026BA9BB}"/>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1126D6D5-2B7D-390E-6320-C8E356BB57B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6" name="Freihandform: Form 10">
              <a:extLst>
                <a:ext uri="{FF2B5EF4-FFF2-40B4-BE49-F238E27FC236}">
                  <a16:creationId xmlns:a16="http://schemas.microsoft.com/office/drawing/2014/main" id="{E48DCF6E-1E81-A530-130D-A40052D29E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676297"/>
      </p:ext>
    </p:extLst>
  </p:cSld>
  <p:clrMapOvr>
    <a:masterClrMapping/>
  </p:clrMapOvr>
  <p:transition>
    <p:fade/>
  </p:transition>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p:bg>
      <p:bgPr>
        <a:solidFill>
          <a:schemeClr val="accent1"/>
        </a:solidFill>
        <a:effectLst/>
      </p:bgPr>
    </p:bg>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41775"/>
            <a:ext cx="5616575" cy="1691479"/>
          </a:xfrm>
        </p:spPr>
        <p:txBody>
          <a:bodyPr rIns="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4" name="Rechteck 3">
            <a:extLst>
              <a:ext uri="{FF2B5EF4-FFF2-40B4-BE49-F238E27FC236}">
                <a16:creationId xmlns:a16="http://schemas.microsoft.com/office/drawing/2014/main" id="{2E52B5CC-CF21-9E7E-CADE-8B782F3AF80F}"/>
              </a:ext>
            </a:extLst>
          </p:cNvPr>
          <p:cNvSpPr/>
          <p:nvPr userDrawn="1"/>
        </p:nvSpPr>
        <p:spPr bwMode="gray">
          <a:xfrm>
            <a:off x="12233756" y="1"/>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umsplatzhalter 3">
            <a:extLst>
              <a:ext uri="{FF2B5EF4-FFF2-40B4-BE49-F238E27FC236}">
                <a16:creationId xmlns:a16="http://schemas.microsoft.com/office/drawing/2014/main" id="{613673CC-527A-F7FD-F4BB-EFB8EDA92E70}"/>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endParaRPr lang="en-US"/>
          </a:p>
        </p:txBody>
      </p:sp>
      <p:sp>
        <p:nvSpPr>
          <p:cNvPr id="7" name="Fußzeilenplatzhalter 4">
            <a:extLst>
              <a:ext uri="{FF2B5EF4-FFF2-40B4-BE49-F238E27FC236}">
                <a16:creationId xmlns:a16="http://schemas.microsoft.com/office/drawing/2014/main" id="{42973810-AFA0-E19F-E5A5-A7F82CD72815}"/>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p>
        </p:txBody>
      </p:sp>
      <p:sp>
        <p:nvSpPr>
          <p:cNvPr id="8" name="Foliennummernplatzhalter 5">
            <a:extLst>
              <a:ext uri="{FF2B5EF4-FFF2-40B4-BE49-F238E27FC236}">
                <a16:creationId xmlns:a16="http://schemas.microsoft.com/office/drawing/2014/main" id="{51AF4981-2A51-01C8-FC65-7C68623E45B0}"/>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sp>
        <p:nvSpPr>
          <p:cNvPr id="11" name="SmartArt-Platzhalter 10">
            <a:extLst>
              <a:ext uri="{FF2B5EF4-FFF2-40B4-BE49-F238E27FC236}">
                <a16:creationId xmlns:a16="http://schemas.microsoft.com/office/drawing/2014/main" id="{B8A25F18-5A38-86C1-D835-316B836320E1}"/>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265510950"/>
      </p:ext>
    </p:extLst>
  </p:cSld>
  <p:clrMapOvr>
    <a:masterClrMapping/>
  </p:clrMapOvr>
  <p:transition>
    <p:fade/>
  </p:transition>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hite">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38599"/>
            <a:ext cx="5616575" cy="1694655"/>
          </a:xfrm>
        </p:spPr>
        <p:txBody>
          <a:bodyPr rIns="0" anchor="t"/>
          <a:lstStyle>
            <a:lvl1pPr algn="l">
              <a:defRPr sz="5000">
                <a:solidFill>
                  <a:schemeClr val="accent1"/>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tx1"/>
                </a:solidFill>
              </a:defRPr>
            </a:lvl1pPr>
            <a:lvl2pPr marL="0" indent="0" algn="l">
              <a:lnSpc>
                <a:spcPct val="110000"/>
              </a:lnSpc>
              <a:spcBef>
                <a:spcPts val="300"/>
              </a:spcBef>
              <a:spcAft>
                <a:spcPts val="300"/>
              </a:spcAft>
              <a:buNone/>
              <a:defRPr sz="1400">
                <a:solidFill>
                  <a:schemeClr val="tx1"/>
                </a:solidFill>
              </a:defRPr>
            </a:lvl2pPr>
            <a:lvl3pPr marL="0" indent="0" algn="l">
              <a:lnSpc>
                <a:spcPct val="110000"/>
              </a:lnSpc>
              <a:spcBef>
                <a:spcPts val="300"/>
              </a:spcBef>
              <a:spcAft>
                <a:spcPts val="300"/>
              </a:spcAft>
              <a:buNone/>
              <a:defRPr sz="1400">
                <a:solidFill>
                  <a:schemeClr val="tx1"/>
                </a:solidFill>
              </a:defRPr>
            </a:lvl3pPr>
            <a:lvl4pPr marL="0" indent="0" algn="l">
              <a:lnSpc>
                <a:spcPct val="110000"/>
              </a:lnSpc>
              <a:spcBef>
                <a:spcPts val="300"/>
              </a:spcBef>
              <a:spcAft>
                <a:spcPts val="300"/>
              </a:spcAft>
              <a:buNone/>
              <a:defRPr sz="1400">
                <a:solidFill>
                  <a:schemeClr val="tx1"/>
                </a:solidFill>
              </a:defRPr>
            </a:lvl4pPr>
            <a:lvl5pPr marL="0" indent="0" algn="l">
              <a:lnSpc>
                <a:spcPct val="110000"/>
              </a:lnSpc>
              <a:spcBef>
                <a:spcPts val="300"/>
              </a:spcBef>
              <a:spcAft>
                <a:spcPts val="300"/>
              </a:spcAft>
              <a:buNone/>
              <a:defRPr sz="1400">
                <a:solidFill>
                  <a:schemeClr val="tx1"/>
                </a:solidFill>
              </a:defRPr>
            </a:lvl5pPr>
            <a:lvl6pPr marL="0" indent="0" algn="l">
              <a:lnSpc>
                <a:spcPct val="110000"/>
              </a:lnSpc>
              <a:spcBef>
                <a:spcPts val="300"/>
              </a:spcBef>
              <a:spcAft>
                <a:spcPts val="300"/>
              </a:spcAft>
              <a:buNone/>
              <a:defRPr sz="1400">
                <a:solidFill>
                  <a:schemeClr val="tx1"/>
                </a:solidFill>
              </a:defRPr>
            </a:lvl6pPr>
            <a:lvl7pPr marL="0" indent="0" algn="l">
              <a:lnSpc>
                <a:spcPct val="110000"/>
              </a:lnSpc>
              <a:spcBef>
                <a:spcPts val="300"/>
              </a:spcBef>
              <a:spcAft>
                <a:spcPts val="300"/>
              </a:spcAft>
              <a:buNone/>
              <a:defRPr sz="1400">
                <a:solidFill>
                  <a:schemeClr val="tx1"/>
                </a:solidFill>
              </a:defRPr>
            </a:lvl7pPr>
            <a:lvl8pPr marL="0" indent="0" algn="l">
              <a:lnSpc>
                <a:spcPct val="110000"/>
              </a:lnSpc>
              <a:spcBef>
                <a:spcPts val="300"/>
              </a:spcBef>
              <a:spcAft>
                <a:spcPts val="300"/>
              </a:spcAft>
              <a:buNone/>
              <a:defRPr sz="1400">
                <a:solidFill>
                  <a:schemeClr val="tx1"/>
                </a:solidFill>
              </a:defRPr>
            </a:lvl8pPr>
            <a:lvl9pPr marL="0" indent="0" algn="l">
              <a:lnSpc>
                <a:spcPct val="110000"/>
              </a:lnSpc>
              <a:spcBef>
                <a:spcPts val="300"/>
              </a:spcBef>
              <a:spcAft>
                <a:spcPts val="300"/>
              </a:spcAft>
              <a:buNone/>
              <a:defRPr sz="1400">
                <a:solidFill>
                  <a:schemeClr val="tx1"/>
                </a:solidFill>
              </a:defRPr>
            </a:lvl9pPr>
          </a:lstStyle>
          <a:p>
            <a:pPr lvl="0"/>
            <a:r>
              <a:rPr lang="en-US" dirty="0"/>
              <a:t>Add Subtitle</a:t>
            </a:r>
          </a:p>
        </p:txBody>
      </p:sp>
      <p:sp>
        <p:nvSpPr>
          <p:cNvPr id="19" name="Inhaltsplatzhalter 18">
            <a:extLst>
              <a:ext uri="{FF2B5EF4-FFF2-40B4-BE49-F238E27FC236}">
                <a16:creationId xmlns:a16="http://schemas.microsoft.com/office/drawing/2014/main" id="{EA0F1769-10E8-A988-F711-DB28498A25E4}"/>
              </a:ext>
            </a:extLst>
          </p:cNvPr>
          <p:cNvSpPr>
            <a:spLocks noGrp="1"/>
          </p:cNvSpPr>
          <p:nvPr userDrawn="1">
            <p:ph sz="quarter" idx="14" hasCustomPrompt="1"/>
          </p:nvPr>
        </p:nvSpPr>
        <p:spPr bwMode="black">
          <a:xfrm>
            <a:off x="10488487" y="5553236"/>
            <a:ext cx="1332038" cy="720564"/>
          </a:xfrm>
        </p:spPr>
        <p:txBody>
          <a:bodyPr/>
          <a:lstStyle>
            <a:lvl1pPr marL="0" indent="0" algn="l">
              <a:lnSpc>
                <a:spcPct val="100000"/>
              </a:lnSpc>
              <a:spcBef>
                <a:spcPts val="0"/>
              </a:spcBef>
              <a:spcAft>
                <a:spcPts val="0"/>
              </a:spcAft>
              <a:buFont typeface="Arial" panose="020B0604020202020204" pitchFamily="34" charset="0"/>
              <a:buNone/>
              <a:defRPr sz="100">
                <a:noFill/>
              </a:defRPr>
            </a:lvl1pPr>
            <a:lvl2pPr marL="0" indent="0" algn="l">
              <a:lnSpc>
                <a:spcPct val="100000"/>
              </a:lnSpc>
              <a:spcBef>
                <a:spcPts val="0"/>
              </a:spcBef>
              <a:spcAft>
                <a:spcPts val="0"/>
              </a:spcAft>
              <a:buNone/>
              <a:defRPr sz="100">
                <a:noFill/>
              </a:defRPr>
            </a:lvl2pPr>
            <a:lvl3pPr marL="0" indent="0" algn="l">
              <a:lnSpc>
                <a:spcPct val="100000"/>
              </a:lnSpc>
              <a:spcBef>
                <a:spcPts val="0"/>
              </a:spcBef>
              <a:spcAft>
                <a:spcPts val="0"/>
              </a:spcAft>
              <a:buFont typeface="Arial" panose="020B0604020202020204" pitchFamily="34" charset="0"/>
              <a:buNone/>
              <a:defRPr sz="100">
                <a:noFill/>
              </a:defRPr>
            </a:lvl3pPr>
            <a:lvl4pPr marL="0" indent="0" algn="l">
              <a:lnSpc>
                <a:spcPct val="100000"/>
              </a:lnSpc>
              <a:spcBef>
                <a:spcPts val="0"/>
              </a:spcBef>
              <a:spcAft>
                <a:spcPts val="0"/>
              </a:spcAft>
              <a:buNone/>
              <a:defRPr sz="100">
                <a:noFill/>
              </a:defRPr>
            </a:lvl4pPr>
            <a:lvl5pPr marL="0" indent="0" algn="l">
              <a:lnSpc>
                <a:spcPct val="100000"/>
              </a:lnSpc>
              <a:spcBef>
                <a:spcPts val="0"/>
              </a:spcBef>
              <a:spcAft>
                <a:spcPts val="0"/>
              </a:spcAft>
              <a:buFont typeface="Arial" panose="020B0604020202020204" pitchFamily="34" charset="0"/>
              <a:buNone/>
              <a:defRPr sz="100">
                <a:noFill/>
              </a:defRPr>
            </a:lvl5pPr>
            <a:lvl6pPr marL="0" indent="0" algn="l">
              <a:lnSpc>
                <a:spcPct val="100000"/>
              </a:lnSpc>
              <a:spcBef>
                <a:spcPts val="0"/>
              </a:spcBef>
              <a:spcAft>
                <a:spcPts val="0"/>
              </a:spcAft>
              <a:buFont typeface="Arial" panose="020B0604020202020204" pitchFamily="34" charset="0"/>
              <a:buNone/>
              <a:defRPr sz="100">
                <a:noFill/>
              </a:defRPr>
            </a:lvl6pPr>
            <a:lvl7pPr marL="0" indent="0" algn="l">
              <a:lnSpc>
                <a:spcPct val="100000"/>
              </a:lnSpc>
              <a:spcBef>
                <a:spcPts val="0"/>
              </a:spcBef>
              <a:spcAft>
                <a:spcPts val="0"/>
              </a:spcAft>
              <a:buFont typeface="Arial" panose="020B0604020202020204" pitchFamily="34" charset="0"/>
              <a:buNone/>
              <a:defRPr sz="100">
                <a:noFill/>
              </a:defRPr>
            </a:lvl7pPr>
            <a:lvl8pPr marL="0" indent="0" algn="l">
              <a:lnSpc>
                <a:spcPct val="100000"/>
              </a:lnSpc>
              <a:spcBef>
                <a:spcPts val="0"/>
              </a:spcBef>
              <a:spcAft>
                <a:spcPts val="0"/>
              </a:spcAft>
              <a:buFont typeface="Arial" panose="020B0604020202020204" pitchFamily="34" charset="0"/>
              <a:buNone/>
              <a:defRPr sz="100">
                <a:noFill/>
              </a:defRPr>
            </a:lvl8pPr>
            <a:lvl9pPr marL="0" indent="0" algn="l">
              <a:lnSpc>
                <a:spcPct val="100000"/>
              </a:lnSpc>
              <a:spcBef>
                <a:spcPts val="0"/>
              </a:spcBef>
              <a:spcAft>
                <a:spcPts val="0"/>
              </a:spcAft>
              <a:buFont typeface="Arial" panose="020B0604020202020204" pitchFamily="34" charset="0"/>
              <a:buNone/>
              <a:defRPr sz="100">
                <a:noFill/>
              </a:defRPr>
            </a:lvl9pPr>
          </a:lstStyle>
          <a:p>
            <a:pPr lvl="0"/>
            <a:r>
              <a:rPr lang="en-US" noProof="1"/>
              <a:t>OE Logoplatzhalter</a:t>
            </a:r>
          </a:p>
        </p:txBody>
      </p:sp>
      <p:sp>
        <p:nvSpPr>
          <p:cNvPr id="4" name="Rechteck 3">
            <a:extLst>
              <a:ext uri="{FF2B5EF4-FFF2-40B4-BE49-F238E27FC236}">
                <a16:creationId xmlns:a16="http://schemas.microsoft.com/office/drawing/2014/main" id="{1CDC56E0-CC7D-87E3-D66D-6BEE83D8AE75}"/>
              </a:ext>
            </a:extLst>
          </p:cNvPr>
          <p:cNvSpPr/>
          <p:nvPr userDrawn="1"/>
        </p:nvSpPr>
        <p:spPr bwMode="gray">
          <a:xfrm>
            <a:off x="12233756" y="5553236"/>
            <a:ext cx="1640680" cy="720564"/>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OE-Logo (optional)</a:t>
            </a:r>
          </a:p>
          <a:p>
            <a:pPr algn="l"/>
            <a:r>
              <a:rPr lang="en-US" sz="1000" dirty="0">
                <a:solidFill>
                  <a:schemeClr val="tx1"/>
                </a:solidFill>
              </a:rPr>
              <a:t>Insert with a click on </a:t>
            </a:r>
            <a:br>
              <a:rPr lang="en-US" sz="1000" dirty="0">
                <a:solidFill>
                  <a:schemeClr val="tx1"/>
                </a:solidFill>
              </a:rPr>
            </a:br>
            <a:r>
              <a:rPr lang="en-US" sz="1000" dirty="0">
                <a:solidFill>
                  <a:schemeClr val="tx1"/>
                </a:solidFill>
              </a:rPr>
              <a:t>the image icon</a:t>
            </a:r>
            <a:endParaRPr lang="en-US" sz="1000" b="1" dirty="0">
              <a:solidFill>
                <a:schemeClr val="tx1"/>
              </a:solidFill>
            </a:endParaRPr>
          </a:p>
        </p:txBody>
      </p:sp>
      <p:sp>
        <p:nvSpPr>
          <p:cNvPr id="7" name="Datumsplatzhalter 3">
            <a:extLst>
              <a:ext uri="{FF2B5EF4-FFF2-40B4-BE49-F238E27FC236}">
                <a16:creationId xmlns:a16="http://schemas.microsoft.com/office/drawing/2014/main" id="{B05E904A-C9EA-86A7-9664-F1BEB574F064}"/>
              </a:ext>
            </a:extLst>
          </p:cNvPr>
          <p:cNvSpPr txBox="1">
            <a:spLocks/>
          </p:cNvSpPr>
          <p:nvPr userDrawn="1"/>
        </p:nvSpPr>
        <p:spPr bwMode="black">
          <a:xfrm>
            <a:off x="0" y="6858000"/>
            <a:ext cx="0" cy="0"/>
          </a:xfrm>
          <a:prstGeom prst="rect">
            <a:avLst/>
          </a:prstGeom>
        </p:spPr>
        <p:txBody>
          <a:bodyPr vert="horz" wrap="none" lIns="0" tIns="36000" rIns="0" bIns="0" rtlCol="0" anchor="ctr">
            <a:normAutofit fontScale="25000" lnSpcReduction="20000"/>
          </a:bodyPr>
          <a:lstStyle>
            <a:defPPr>
              <a:defRPr lang="en-US"/>
            </a:defPPr>
            <a:lvl1pPr marL="0" algn="l" defTabSz="914400" rtl="0" eaLnBrk="1" latinLnBrk="0" hangingPunct="1">
              <a:defRPr sz="7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Datum aus technischen Gründen nicht deaktivieren!</a:t>
            </a:r>
          </a:p>
        </p:txBody>
      </p:sp>
      <p:sp>
        <p:nvSpPr>
          <p:cNvPr id="11" name="Fußzeilenplatzhalter 4">
            <a:extLst>
              <a:ext uri="{FF2B5EF4-FFF2-40B4-BE49-F238E27FC236}">
                <a16:creationId xmlns:a16="http://schemas.microsoft.com/office/drawing/2014/main" id="{146CC5CD-AF6B-4EF0-3308-79576A9AD0C8}"/>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12" name="Foliennummernplatzhalter 5">
            <a:extLst>
              <a:ext uri="{FF2B5EF4-FFF2-40B4-BE49-F238E27FC236}">
                <a16:creationId xmlns:a16="http://schemas.microsoft.com/office/drawing/2014/main" id="{4EF9ED98-5AE0-9DB9-A2FD-AB2BDC2F878E}"/>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6" name="SmartArt-Platzhalter 10">
            <a:extLst>
              <a:ext uri="{FF2B5EF4-FFF2-40B4-BE49-F238E27FC236}">
                <a16:creationId xmlns:a16="http://schemas.microsoft.com/office/drawing/2014/main" id="{A96C0EF9-BA74-F815-E094-6E6D6E1F1198}"/>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488090077"/>
      </p:ext>
    </p:extLst>
  </p:cSld>
  <p:clrMapOvr>
    <a:masterClrMapping/>
  </p:clrMapOvr>
  <p:transition>
    <p:fade/>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Agenda</a:t>
            </a:r>
          </a:p>
        </p:txBody>
      </p:sp>
      <p:grpSp>
        <p:nvGrpSpPr>
          <p:cNvPr id="5" name="Gruppieren 4">
            <a:extLst>
              <a:ext uri="{FF2B5EF4-FFF2-40B4-BE49-F238E27FC236}">
                <a16:creationId xmlns:a16="http://schemas.microsoft.com/office/drawing/2014/main" id="{25244B92-11CA-AA31-8AB9-45C253E1FCD6}"/>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92178F17-D259-CFA4-628D-049EBD28B82E}"/>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27EC8CEF-7F13-B3B5-1CA9-5784DB43CE28}"/>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38941769"/>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1"/>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7" name="Textplatzhalter 6">
            <a:extLst>
              <a:ext uri="{FF2B5EF4-FFF2-40B4-BE49-F238E27FC236}">
                <a16:creationId xmlns:a16="http://schemas.microsoft.com/office/drawing/2014/main" id="{3A62E724-8D8E-017B-D237-54AB651DA617}"/>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
        <p:nvSpPr>
          <p:cNvPr id="3" name="Datumsplatzhalter 3">
            <a:extLst>
              <a:ext uri="{FF2B5EF4-FFF2-40B4-BE49-F238E27FC236}">
                <a16:creationId xmlns:a16="http://schemas.microsoft.com/office/drawing/2014/main" id="{AA1E83E6-0784-7D15-05B6-ECA93ACB4E01}"/>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4" name="Fußzeilenplatzhalter 4">
            <a:extLst>
              <a:ext uri="{FF2B5EF4-FFF2-40B4-BE49-F238E27FC236}">
                <a16:creationId xmlns:a16="http://schemas.microsoft.com/office/drawing/2014/main" id="{64CFC666-FAD5-95CE-AB04-8312C38E5E37}"/>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5" name="Foliennummernplatzhalter 5">
            <a:extLst>
              <a:ext uri="{FF2B5EF4-FFF2-40B4-BE49-F238E27FC236}">
                <a16:creationId xmlns:a16="http://schemas.microsoft.com/office/drawing/2014/main" id="{E88CBA03-8F50-B545-A32B-4EB8051F12C7}"/>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6" name="Gruppieren 8">
            <a:extLst>
              <a:ext uri="{FF2B5EF4-FFF2-40B4-BE49-F238E27FC236}">
                <a16:creationId xmlns:a16="http://schemas.microsoft.com/office/drawing/2014/main" id="{4F193AEC-6C33-5D16-E8BD-11008ABD0D26}"/>
              </a:ext>
            </a:extLst>
          </p:cNvPr>
          <p:cNvGrpSpPr>
            <a:grpSpLocks/>
          </p:cNvGrpSpPr>
          <p:nvPr userDrawn="1"/>
        </p:nvGrpSpPr>
        <p:grpSpPr bwMode="gray">
          <a:xfrm>
            <a:off x="10710878" y="368659"/>
            <a:ext cx="861983" cy="309203"/>
            <a:chOff x="11189494" y="381000"/>
            <a:chExt cx="621506" cy="222941"/>
          </a:xfrm>
        </p:grpSpPr>
        <p:sp>
          <p:nvSpPr>
            <p:cNvPr id="12" name="Freihandform: Form 9">
              <a:extLst>
                <a:ext uri="{FF2B5EF4-FFF2-40B4-BE49-F238E27FC236}">
                  <a16:creationId xmlns:a16="http://schemas.microsoft.com/office/drawing/2014/main" id="{BA3CA40A-7851-2B35-5B5A-35D208E1840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3" name="Freihandform: Form 10">
              <a:extLst>
                <a:ext uri="{FF2B5EF4-FFF2-40B4-BE49-F238E27FC236}">
                  <a16:creationId xmlns:a16="http://schemas.microsoft.com/office/drawing/2014/main" id="{E7EC9A8E-93DF-7D38-89A8-78C0093850F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133469379"/>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300"/>
            <a:ext cx="1728788" cy="1008063"/>
          </a:xfrm>
        </p:spPr>
        <p:txBody>
          <a:bodyPr tIns="252000"/>
          <a:lstStyle>
            <a:lvl1pPr>
              <a:defRPr sz="2100">
                <a:solidFill>
                  <a:schemeClr val="bg1"/>
                </a:solidFill>
              </a:defRPr>
            </a:lvl1pPr>
          </a:lstStyle>
          <a:p>
            <a:r>
              <a:rPr lang="en-US" dirty="0"/>
              <a:t>Content</a:t>
            </a:r>
          </a:p>
        </p:txBody>
      </p:sp>
      <p:sp>
        <p:nvSpPr>
          <p:cNvPr id="6" name="Datumsplatzhalter 3">
            <a:extLst>
              <a:ext uri="{FF2B5EF4-FFF2-40B4-BE49-F238E27FC236}">
                <a16:creationId xmlns:a16="http://schemas.microsoft.com/office/drawing/2014/main" id="{C2C08001-0F3C-B494-75F8-9E71BBFF681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15" name="Fußzeilenplatzhalter 4">
            <a:extLst>
              <a:ext uri="{FF2B5EF4-FFF2-40B4-BE49-F238E27FC236}">
                <a16:creationId xmlns:a16="http://schemas.microsoft.com/office/drawing/2014/main" id="{B6259812-E65C-E700-2748-83B9B6FC5AE1}"/>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16" name="Foliennummernplatzhalter 5">
            <a:extLst>
              <a:ext uri="{FF2B5EF4-FFF2-40B4-BE49-F238E27FC236}">
                <a16:creationId xmlns:a16="http://schemas.microsoft.com/office/drawing/2014/main" id="{09484FD1-E4AD-217E-F687-4A210DD2A549}"/>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4" name="Gruppieren 8">
            <a:extLst>
              <a:ext uri="{FF2B5EF4-FFF2-40B4-BE49-F238E27FC236}">
                <a16:creationId xmlns:a16="http://schemas.microsoft.com/office/drawing/2014/main" id="{76DED8B8-EFA6-718F-9119-0912343D0EB1}"/>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234776EF-E104-BAD6-7E97-FEE9CFC66A6D}"/>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2" name="Freihandform: Form 10">
              <a:extLst>
                <a:ext uri="{FF2B5EF4-FFF2-40B4-BE49-F238E27FC236}">
                  <a16:creationId xmlns:a16="http://schemas.microsoft.com/office/drawing/2014/main" id="{AB56C35B-7BF5-A86F-9241-BB993C9B0B8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8158AFF2-074B-D1FB-1C41-F829102F48FF}"/>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232012414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Agenda two-column">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9BE5E7D9-65C6-9061-D956-2409B92BA4B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4" name="Fußzeilenplatzhalter 4">
            <a:extLst>
              <a:ext uri="{FF2B5EF4-FFF2-40B4-BE49-F238E27FC236}">
                <a16:creationId xmlns:a16="http://schemas.microsoft.com/office/drawing/2014/main" id="{6AE2B0FA-73E6-CDD3-8A4F-6051AF035EA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5" name="Foliennummernplatzhalter 5">
            <a:extLst>
              <a:ext uri="{FF2B5EF4-FFF2-40B4-BE49-F238E27FC236}">
                <a16:creationId xmlns:a16="http://schemas.microsoft.com/office/drawing/2014/main" id="{03FB7E51-B660-A4E3-16CE-5C9FC11BF706}"/>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59902170-140E-DD1B-0ABE-04793B9D1C0F}"/>
              </a:ext>
            </a:extLst>
          </p:cNvPr>
          <p:cNvGrpSpPr>
            <a:grpSpLocks/>
          </p:cNvGrpSpPr>
          <p:nvPr userDrawn="1"/>
        </p:nvGrpSpPr>
        <p:grpSpPr bwMode="gray">
          <a:xfrm>
            <a:off x="10710878" y="368659"/>
            <a:ext cx="861983" cy="309203"/>
            <a:chOff x="11189494" y="381000"/>
            <a:chExt cx="621506" cy="222941"/>
          </a:xfrm>
        </p:grpSpPr>
        <p:sp>
          <p:nvSpPr>
            <p:cNvPr id="13" name="Freihandform: Form 9">
              <a:extLst>
                <a:ext uri="{FF2B5EF4-FFF2-40B4-BE49-F238E27FC236}">
                  <a16:creationId xmlns:a16="http://schemas.microsoft.com/office/drawing/2014/main" id="{C5FE5ADF-144A-6881-EE4F-B970B5A2EAE1}"/>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A0DD601B-ADFA-837B-6B1A-5F76F3B3FCB5}"/>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3D1336DF-F71A-7856-88D0-0CE77A6C8D38}"/>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4129028585"/>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genda two-column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659"/>
            <a:ext cx="1728788" cy="1007704"/>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7AE8D194-9EDA-738A-DC32-F2142FF7C4E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4" name="Fußzeilenplatzhalter 4">
            <a:extLst>
              <a:ext uri="{FF2B5EF4-FFF2-40B4-BE49-F238E27FC236}">
                <a16:creationId xmlns:a16="http://schemas.microsoft.com/office/drawing/2014/main" id="{05649568-1C2D-B202-63ED-CEE7405FD18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5" name="Foliennummernplatzhalter 5">
            <a:extLst>
              <a:ext uri="{FF2B5EF4-FFF2-40B4-BE49-F238E27FC236}">
                <a16:creationId xmlns:a16="http://schemas.microsoft.com/office/drawing/2014/main" id="{39B9F8B5-CDA2-B101-8FD8-AD3CDBA0C0DD}"/>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A6AB963E-1F0D-866D-E3FB-95098EBB08C9}"/>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13" name="Freihandform: Form 9">
              <a:extLst>
                <a:ext uri="{FF2B5EF4-FFF2-40B4-BE49-F238E27FC236}">
                  <a16:creationId xmlns:a16="http://schemas.microsoft.com/office/drawing/2014/main" id="{7F437339-9972-1104-C84E-3425CA29FA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E8490089-7E0F-697B-8A21-B674E637433E}"/>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1FB31B9B-7A37-361D-F7F6-4E6344A8A459}"/>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448948521"/>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ivider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Divider</a:t>
            </a:r>
          </a:p>
        </p:txBody>
      </p:sp>
      <p:grpSp>
        <p:nvGrpSpPr>
          <p:cNvPr id="5" name="Gruppieren 4">
            <a:extLst>
              <a:ext uri="{FF2B5EF4-FFF2-40B4-BE49-F238E27FC236}">
                <a16:creationId xmlns:a16="http://schemas.microsoft.com/office/drawing/2014/main" id="{583ADA49-B8A9-2D5D-A571-94E5F1DD0F54}"/>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E2251FA2-90EB-2A45-FC37-A0304FBAD85F}"/>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61D9F5AD-F0AD-2CAA-880D-C238F5A4CFA7}"/>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1187047235"/>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F49F37-C71A-F97E-E3A7-139DDD7F9DA7}"/>
              </a:ext>
            </a:extLst>
          </p:cNvPr>
          <p:cNvSpPr>
            <a:spLocks noGrp="1"/>
          </p:cNvSpPr>
          <p:nvPr>
            <p:ph type="title" hasCustomPrompt="1"/>
          </p:nvPr>
        </p:nvSpPr>
        <p:spPr bwMode="black">
          <a:xfrm>
            <a:off x="371475" y="4041774"/>
            <a:ext cx="7561263" cy="2232025"/>
          </a:xfrm>
        </p:spPr>
        <p:txBody>
          <a:bodyPr tIns="72000"/>
          <a:lstStyle>
            <a:lvl1pPr>
              <a:defRPr sz="5000">
                <a:solidFill>
                  <a:schemeClr val="bg1"/>
                </a:solidFill>
              </a:defRPr>
            </a:lvl1pPr>
          </a:lstStyle>
          <a:p>
            <a:r>
              <a:rPr lang="en-US" dirty="0"/>
              <a:t>Add Title</a:t>
            </a:r>
          </a:p>
        </p:txBody>
      </p:sp>
      <p:sp>
        <p:nvSpPr>
          <p:cNvPr id="6" name="Datumsplatzhalter 3">
            <a:extLst>
              <a:ext uri="{FF2B5EF4-FFF2-40B4-BE49-F238E27FC236}">
                <a16:creationId xmlns:a16="http://schemas.microsoft.com/office/drawing/2014/main" id="{377F9694-8382-FAAE-BF69-4C4EF7EA399C}"/>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7" name="Fußzeilenplatzhalter 4">
            <a:extLst>
              <a:ext uri="{FF2B5EF4-FFF2-40B4-BE49-F238E27FC236}">
                <a16:creationId xmlns:a16="http://schemas.microsoft.com/office/drawing/2014/main" id="{1ACFB753-502E-F3E6-F47F-279E23DC208A}"/>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8" name="Foliennummernplatzhalter 5">
            <a:extLst>
              <a:ext uri="{FF2B5EF4-FFF2-40B4-BE49-F238E27FC236}">
                <a16:creationId xmlns:a16="http://schemas.microsoft.com/office/drawing/2014/main" id="{1960B388-4E4A-DE89-37D5-609461BF3A71}"/>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12" name="Bildplatzhalter 15">
            <a:extLst>
              <a:ext uri="{FF2B5EF4-FFF2-40B4-BE49-F238E27FC236}">
                <a16:creationId xmlns:a16="http://schemas.microsoft.com/office/drawing/2014/main" id="{FF8578ED-5C80-7F30-EAC9-58EF35B54256}"/>
              </a:ext>
            </a:extLst>
          </p:cNvPr>
          <p:cNvSpPr>
            <a:spLocks noGrp="1"/>
          </p:cNvSpPr>
          <p:nvPr>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Textplatzhalter 13">
            <a:extLst>
              <a:ext uri="{FF2B5EF4-FFF2-40B4-BE49-F238E27FC236}">
                <a16:creationId xmlns:a16="http://schemas.microsoft.com/office/drawing/2014/main" id="{02A2A9F0-A69F-C43F-A107-E3FA32B328F0}"/>
              </a:ext>
            </a:extLst>
          </p:cNvPr>
          <p:cNvSpPr>
            <a:spLocks noGrp="1"/>
          </p:cNvSpPr>
          <p:nvPr>
            <p:ph type="body" sz="quarter" idx="14" hasCustomPrompt="1"/>
          </p:nvPr>
        </p:nvSpPr>
        <p:spPr bwMode="black">
          <a:xfrm>
            <a:off x="10091738" y="4041776"/>
            <a:ext cx="1726244" cy="365518"/>
          </a:xfrm>
        </p:spPr>
        <p:txBody>
          <a:bodyPr wrap="none" tIns="108000"/>
          <a:lstStyle>
            <a:lvl1pPr marL="0" indent="0" algn="r">
              <a:lnSpc>
                <a:spcPct val="110000"/>
              </a:lnSpc>
              <a:spcBef>
                <a:spcPts val="0"/>
              </a:spcBef>
              <a:spcAft>
                <a:spcPts val="0"/>
              </a:spcAft>
              <a:buFont typeface="Arial" panose="020B0604020202020204" pitchFamily="34" charset="0"/>
              <a:buNone/>
              <a:defRPr sz="1600" b="0">
                <a:solidFill>
                  <a:schemeClr val="bg1"/>
                </a:solidFill>
              </a:defRPr>
            </a:lvl1pPr>
            <a:lvl2pPr marL="0" indent="0" algn="r">
              <a:lnSpc>
                <a:spcPct val="110000"/>
              </a:lnSpc>
              <a:spcBef>
                <a:spcPts val="0"/>
              </a:spcBef>
              <a:spcAft>
                <a:spcPts val="0"/>
              </a:spcAft>
              <a:buNone/>
              <a:defRPr sz="1600" b="0">
                <a:solidFill>
                  <a:schemeClr val="bg1"/>
                </a:solidFill>
              </a:defRPr>
            </a:lvl2pPr>
            <a:lvl3pPr marL="0" indent="0" algn="r">
              <a:lnSpc>
                <a:spcPct val="110000"/>
              </a:lnSpc>
              <a:spcBef>
                <a:spcPts val="0"/>
              </a:spcBef>
              <a:spcAft>
                <a:spcPts val="0"/>
              </a:spcAft>
              <a:buFont typeface="Arial" panose="020B0604020202020204" pitchFamily="34" charset="0"/>
              <a:buNone/>
              <a:defRPr sz="1600" b="0">
                <a:solidFill>
                  <a:schemeClr val="bg1"/>
                </a:solidFill>
              </a:defRPr>
            </a:lvl3pPr>
            <a:lvl4pPr marL="0" indent="0" algn="r">
              <a:lnSpc>
                <a:spcPct val="110000"/>
              </a:lnSpc>
              <a:spcBef>
                <a:spcPts val="0"/>
              </a:spcBef>
              <a:spcAft>
                <a:spcPts val="0"/>
              </a:spcAft>
              <a:buNone/>
              <a:defRPr sz="1600" b="0">
                <a:solidFill>
                  <a:schemeClr val="bg1"/>
                </a:solidFill>
              </a:defRPr>
            </a:lvl4pPr>
            <a:lvl5pPr marL="0" indent="0" algn="r">
              <a:lnSpc>
                <a:spcPct val="110000"/>
              </a:lnSpc>
              <a:spcBef>
                <a:spcPts val="0"/>
              </a:spcBef>
              <a:spcAft>
                <a:spcPts val="0"/>
              </a:spcAft>
              <a:buFont typeface="Arial" panose="020B0604020202020204" pitchFamily="34" charset="0"/>
              <a:buNone/>
              <a:defRPr sz="1600" b="0">
                <a:solidFill>
                  <a:schemeClr val="bg1"/>
                </a:solidFill>
              </a:defRPr>
            </a:lvl5pPr>
            <a:lvl6pPr marL="0" indent="0" algn="r">
              <a:lnSpc>
                <a:spcPct val="110000"/>
              </a:lnSpc>
              <a:spcBef>
                <a:spcPts val="0"/>
              </a:spcBef>
              <a:spcAft>
                <a:spcPts val="0"/>
              </a:spcAft>
              <a:buFont typeface="Arial" panose="020B0604020202020204" pitchFamily="34" charset="0"/>
              <a:buNone/>
              <a:defRPr sz="1600" b="0">
                <a:solidFill>
                  <a:schemeClr val="bg1"/>
                </a:solidFill>
              </a:defRPr>
            </a:lvl6pPr>
            <a:lvl7pPr marL="0" indent="0" algn="r">
              <a:lnSpc>
                <a:spcPct val="110000"/>
              </a:lnSpc>
              <a:spcBef>
                <a:spcPts val="0"/>
              </a:spcBef>
              <a:spcAft>
                <a:spcPts val="0"/>
              </a:spcAft>
              <a:buFont typeface="Arial" panose="020B0604020202020204" pitchFamily="34" charset="0"/>
              <a:buNone/>
              <a:defRPr sz="1600" b="0">
                <a:solidFill>
                  <a:schemeClr val="bg1"/>
                </a:solidFill>
              </a:defRPr>
            </a:lvl7pPr>
            <a:lvl8pPr marL="0" indent="0" algn="r">
              <a:lnSpc>
                <a:spcPct val="110000"/>
              </a:lnSpc>
              <a:spcBef>
                <a:spcPts val="0"/>
              </a:spcBef>
              <a:spcAft>
                <a:spcPts val="0"/>
              </a:spcAft>
              <a:buFont typeface="Arial" panose="020B0604020202020204" pitchFamily="34" charset="0"/>
              <a:buNone/>
              <a:defRPr sz="1600" b="0">
                <a:solidFill>
                  <a:schemeClr val="bg1"/>
                </a:solidFill>
              </a:defRPr>
            </a:lvl8pPr>
            <a:lvl9pPr marL="0" indent="0" algn="r">
              <a:lnSpc>
                <a:spcPct val="110000"/>
              </a:lnSpc>
              <a:spcBef>
                <a:spcPts val="0"/>
              </a:spcBef>
              <a:spcAft>
                <a:spcPts val="0"/>
              </a:spcAft>
              <a:buFont typeface="Arial" panose="020B0604020202020204" pitchFamily="34" charset="0"/>
              <a:buNone/>
              <a:defRPr sz="1600" b="0">
                <a:solidFill>
                  <a:schemeClr val="bg1"/>
                </a:solidFill>
              </a:defRPr>
            </a:lvl9pPr>
          </a:lstStyle>
          <a:p>
            <a:pPr lvl="0"/>
            <a:r>
              <a:rPr lang="en-US" dirty="0"/>
              <a:t>Chapter</a:t>
            </a:r>
          </a:p>
        </p:txBody>
      </p:sp>
      <p:sp>
        <p:nvSpPr>
          <p:cNvPr id="17" name="Textplatzhalter 13">
            <a:extLst>
              <a:ext uri="{FF2B5EF4-FFF2-40B4-BE49-F238E27FC236}">
                <a16:creationId xmlns:a16="http://schemas.microsoft.com/office/drawing/2014/main" id="{4FC48BF4-7798-9F53-9DFC-ED348CD6B098}"/>
              </a:ext>
            </a:extLst>
          </p:cNvPr>
          <p:cNvSpPr>
            <a:spLocks noGrp="1"/>
          </p:cNvSpPr>
          <p:nvPr>
            <p:ph type="body" sz="quarter" idx="15" hasCustomPrompt="1"/>
          </p:nvPr>
        </p:nvSpPr>
        <p:spPr bwMode="black">
          <a:xfrm>
            <a:off x="10091738" y="4407464"/>
            <a:ext cx="1726244" cy="858274"/>
          </a:xfrm>
        </p:spPr>
        <p:txBody>
          <a:bodyPr wrap="none" tIns="0"/>
          <a:lstStyle>
            <a:lvl1pPr marL="0" indent="0" algn="r">
              <a:lnSpc>
                <a:spcPct val="85000"/>
              </a:lnSpc>
              <a:spcBef>
                <a:spcPts val="0"/>
              </a:spcBef>
              <a:spcAft>
                <a:spcPts val="0"/>
              </a:spcAft>
              <a:buFont typeface="Arial" panose="020B0604020202020204" pitchFamily="34" charset="0"/>
              <a:buNone/>
              <a:defRPr sz="5000" b="0">
                <a:solidFill>
                  <a:schemeClr val="bg1">
                    <a:alpha val="60000"/>
                  </a:schemeClr>
                </a:solidFill>
                <a:latin typeface="+mj-lt"/>
              </a:defRPr>
            </a:lvl1pPr>
            <a:lvl2pPr marL="0" indent="0" algn="r">
              <a:lnSpc>
                <a:spcPct val="110000"/>
              </a:lnSpc>
              <a:spcBef>
                <a:spcPts val="0"/>
              </a:spcBef>
              <a:spcAft>
                <a:spcPts val="0"/>
              </a:spcAft>
              <a:buNone/>
              <a:defRPr sz="5000" b="0">
                <a:solidFill>
                  <a:schemeClr val="accent1">
                    <a:lumMod val="20000"/>
                    <a:lumOff val="80000"/>
                  </a:schemeClr>
                </a:solidFill>
                <a:latin typeface="+mj-lt"/>
              </a:defRPr>
            </a:lvl2pPr>
            <a:lvl3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3pPr>
            <a:lvl4pPr marL="0" indent="0" algn="r">
              <a:lnSpc>
                <a:spcPct val="110000"/>
              </a:lnSpc>
              <a:spcBef>
                <a:spcPts val="0"/>
              </a:spcBef>
              <a:spcAft>
                <a:spcPts val="0"/>
              </a:spcAft>
              <a:buNone/>
              <a:defRPr sz="5000" b="0">
                <a:solidFill>
                  <a:schemeClr val="accent1">
                    <a:lumMod val="20000"/>
                    <a:lumOff val="80000"/>
                  </a:schemeClr>
                </a:solidFill>
                <a:latin typeface="+mj-lt"/>
              </a:defRPr>
            </a:lvl4pPr>
            <a:lvl5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5pPr>
            <a:lvl6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6pPr>
            <a:lvl7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7pPr>
            <a:lvl8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8pPr>
            <a:lvl9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9pPr>
          </a:lstStyle>
          <a:p>
            <a:pPr lvl="0"/>
            <a:r>
              <a:rPr lang="en-US" dirty="0"/>
              <a:t>00</a:t>
            </a:r>
          </a:p>
        </p:txBody>
      </p:sp>
      <p:sp>
        <p:nvSpPr>
          <p:cNvPr id="3" name="Rechteck 2">
            <a:extLst>
              <a:ext uri="{FF2B5EF4-FFF2-40B4-BE49-F238E27FC236}">
                <a16:creationId xmlns:a16="http://schemas.microsoft.com/office/drawing/2014/main" id="{38A65190-0278-D712-7185-458914BDE89A}"/>
              </a:ext>
            </a:extLst>
          </p:cNvPr>
          <p:cNvSpPr/>
          <p:nvPr userDrawn="1"/>
        </p:nvSpPr>
        <p:spPr bwMode="gray">
          <a:xfrm>
            <a:off x="12252684" y="4041774"/>
            <a:ext cx="1908212" cy="1835498"/>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t"/>
          <a:lstStyle/>
          <a:p>
            <a:pPr algn="l"/>
            <a:r>
              <a:rPr lang="en-US" sz="1000" b="1" dirty="0">
                <a:solidFill>
                  <a:schemeClr val="tx1"/>
                </a:solidFill>
              </a:rPr>
              <a:t>Divider Slide</a:t>
            </a:r>
          </a:p>
          <a:p>
            <a:pPr algn="l"/>
            <a:r>
              <a:rPr lang="en-US" sz="1000" dirty="0">
                <a:solidFill>
                  <a:schemeClr val="tx1"/>
                </a:solidFill>
              </a:rPr>
              <a:t>For a better overview, the color of the chapter separator can be adjusted.</a:t>
            </a:r>
          </a:p>
          <a:p>
            <a:pPr algn="l"/>
            <a:endParaRPr lang="en-US" sz="1000" dirty="0">
              <a:solidFill>
                <a:schemeClr val="tx1"/>
              </a:solidFill>
            </a:endParaRPr>
          </a:p>
          <a:p>
            <a:pPr algn="l"/>
            <a:r>
              <a:rPr lang="en-US" sz="1000" dirty="0">
                <a:solidFill>
                  <a:schemeClr val="tx1"/>
                </a:solidFill>
              </a:rPr>
              <a:t>Right-click next to the slide, </a:t>
            </a:r>
            <a:r>
              <a:rPr lang="en-US" sz="1000" b="1" dirty="0">
                <a:solidFill>
                  <a:schemeClr val="tx1"/>
                </a:solidFill>
              </a:rPr>
              <a:t>Format background</a:t>
            </a:r>
            <a:r>
              <a:rPr lang="en-US" sz="1000" dirty="0">
                <a:solidFill>
                  <a:schemeClr val="tx1"/>
                </a:solidFill>
              </a:rPr>
              <a:t>, select </a:t>
            </a:r>
            <a:r>
              <a:rPr lang="en-US" sz="1000" b="1" dirty="0">
                <a:solidFill>
                  <a:schemeClr val="tx1"/>
                </a:solidFill>
              </a:rPr>
              <a:t>Theme Colors</a:t>
            </a:r>
            <a:r>
              <a:rPr lang="en-US" sz="1000" dirty="0">
                <a:solidFill>
                  <a:schemeClr val="tx1"/>
                </a:solidFill>
              </a:rPr>
              <a:t>.</a:t>
            </a:r>
            <a:endParaRPr lang="en-US" sz="1000" b="1" dirty="0">
              <a:solidFill>
                <a:schemeClr val="tx1"/>
              </a:solidFill>
            </a:endParaRPr>
          </a:p>
        </p:txBody>
      </p:sp>
      <p:sp>
        <p:nvSpPr>
          <p:cNvPr id="4" name="Rechteck: abgerundete Ecken 3">
            <a:extLst>
              <a:ext uri="{FF2B5EF4-FFF2-40B4-BE49-F238E27FC236}">
                <a16:creationId xmlns:a16="http://schemas.microsoft.com/office/drawing/2014/main" id="{60105423-6B46-120A-0BA8-0B71D20B9EDB}"/>
              </a:ext>
            </a:extLst>
          </p:cNvPr>
          <p:cNvSpPr/>
          <p:nvPr userDrawn="1"/>
        </p:nvSpPr>
        <p:spPr bwMode="gray">
          <a:xfrm>
            <a:off x="12396701" y="5528853"/>
            <a:ext cx="193667" cy="193667"/>
          </a:xfrm>
          <a:prstGeom prst="roundRect">
            <a:avLst>
              <a:gd name="adj" fmla="val 23225"/>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5" name="Rechteck: abgerundete Ecken 4">
            <a:extLst>
              <a:ext uri="{FF2B5EF4-FFF2-40B4-BE49-F238E27FC236}">
                <a16:creationId xmlns:a16="http://schemas.microsoft.com/office/drawing/2014/main" id="{C49502F4-B000-C269-8071-9A63E2A72653}"/>
              </a:ext>
            </a:extLst>
          </p:cNvPr>
          <p:cNvSpPr/>
          <p:nvPr userDrawn="1"/>
        </p:nvSpPr>
        <p:spPr bwMode="gray">
          <a:xfrm>
            <a:off x="12616451" y="5528853"/>
            <a:ext cx="193667" cy="193667"/>
          </a:xfrm>
          <a:prstGeom prst="roundRect">
            <a:avLst>
              <a:gd name="adj" fmla="val 23225"/>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3" name="Rechteck: abgerundete Ecken 12">
            <a:extLst>
              <a:ext uri="{FF2B5EF4-FFF2-40B4-BE49-F238E27FC236}">
                <a16:creationId xmlns:a16="http://schemas.microsoft.com/office/drawing/2014/main" id="{7E2FD37A-1CC6-89FD-5DDD-E6570ACC76CE}"/>
              </a:ext>
            </a:extLst>
          </p:cNvPr>
          <p:cNvSpPr/>
          <p:nvPr userDrawn="1"/>
        </p:nvSpPr>
        <p:spPr bwMode="gray">
          <a:xfrm>
            <a:off x="12836201" y="5528853"/>
            <a:ext cx="193667" cy="193667"/>
          </a:xfrm>
          <a:prstGeom prst="roundRect">
            <a:avLst>
              <a:gd name="adj" fmla="val 23225"/>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5" name="Rechteck: abgerundete Ecken 14">
            <a:extLst>
              <a:ext uri="{FF2B5EF4-FFF2-40B4-BE49-F238E27FC236}">
                <a16:creationId xmlns:a16="http://schemas.microsoft.com/office/drawing/2014/main" id="{F39F4507-52B0-54F8-D940-968CA169441A}"/>
              </a:ext>
            </a:extLst>
          </p:cNvPr>
          <p:cNvSpPr/>
          <p:nvPr userDrawn="1"/>
        </p:nvSpPr>
        <p:spPr bwMode="gray">
          <a:xfrm>
            <a:off x="13055951" y="5528853"/>
            <a:ext cx="193667" cy="193667"/>
          </a:xfrm>
          <a:prstGeom prst="roundRect">
            <a:avLst>
              <a:gd name="adj" fmla="val 23225"/>
            </a:avLst>
          </a:prstGeom>
          <a:solidFill>
            <a:schemeClr val="accent3"/>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6" name="Rechteck: abgerundete Ecken 15">
            <a:extLst>
              <a:ext uri="{FF2B5EF4-FFF2-40B4-BE49-F238E27FC236}">
                <a16:creationId xmlns:a16="http://schemas.microsoft.com/office/drawing/2014/main" id="{1057D053-9A95-35E0-0244-4F994B98FF23}"/>
              </a:ext>
            </a:extLst>
          </p:cNvPr>
          <p:cNvSpPr/>
          <p:nvPr userDrawn="1"/>
        </p:nvSpPr>
        <p:spPr bwMode="gray">
          <a:xfrm>
            <a:off x="13275701" y="5528853"/>
            <a:ext cx="193667" cy="193667"/>
          </a:xfrm>
          <a:prstGeom prst="roundRect">
            <a:avLst>
              <a:gd name="adj" fmla="val 23225"/>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8" name="Rechteck: abgerundete Ecken 17">
            <a:extLst>
              <a:ext uri="{FF2B5EF4-FFF2-40B4-BE49-F238E27FC236}">
                <a16:creationId xmlns:a16="http://schemas.microsoft.com/office/drawing/2014/main" id="{3F5C6E84-2A68-9158-2D5F-E1AB8B02124C}"/>
              </a:ext>
            </a:extLst>
          </p:cNvPr>
          <p:cNvSpPr/>
          <p:nvPr userDrawn="1"/>
        </p:nvSpPr>
        <p:spPr bwMode="gray">
          <a:xfrm>
            <a:off x="13495450" y="5528853"/>
            <a:ext cx="193667" cy="193667"/>
          </a:xfrm>
          <a:prstGeom prst="roundRect">
            <a:avLst>
              <a:gd name="adj" fmla="val 23225"/>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9" name="Rechteck: abgerundete Ecken 18">
            <a:extLst>
              <a:ext uri="{FF2B5EF4-FFF2-40B4-BE49-F238E27FC236}">
                <a16:creationId xmlns:a16="http://schemas.microsoft.com/office/drawing/2014/main" id="{0AE386D5-4201-6C21-55BF-AE30828A74FF}"/>
              </a:ext>
            </a:extLst>
          </p:cNvPr>
          <p:cNvSpPr/>
          <p:nvPr userDrawn="1"/>
        </p:nvSpPr>
        <p:spPr bwMode="gray">
          <a:xfrm>
            <a:off x="13715202" y="5528853"/>
            <a:ext cx="193667" cy="193667"/>
          </a:xfrm>
          <a:prstGeom prst="roundRect">
            <a:avLst>
              <a:gd name="adj" fmla="val 23225"/>
            </a:avLst>
          </a:prstGeom>
          <a:solidFill>
            <a:schemeClr val="accent6"/>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23" name="Freeform: Shape 22">
            <a:extLst>
              <a:ext uri="{FF2B5EF4-FFF2-40B4-BE49-F238E27FC236}">
                <a16:creationId xmlns:a16="http://schemas.microsoft.com/office/drawing/2014/main" id="{EFCCD13C-13DF-D323-4F51-3921028E77C1}"/>
              </a:ext>
            </a:extLst>
          </p:cNvPr>
          <p:cNvSpPr>
            <a:spLocks/>
          </p:cNvSpPr>
          <p:nvPr/>
        </p:nvSpPr>
        <p:spPr bwMode="gray">
          <a:xfrm>
            <a:off x="11140463" y="6437457"/>
            <a:ext cx="689586" cy="247362"/>
          </a:xfrm>
          <a:custGeom>
            <a:avLst/>
            <a:gdLst>
              <a:gd name="connsiteX0" fmla="*/ 658049 w 861983"/>
              <a:gd name="connsiteY0" fmla="*/ 308 h 309203"/>
              <a:gd name="connsiteX1" fmla="*/ 861983 w 861983"/>
              <a:gd name="connsiteY1" fmla="*/ 308 h 309203"/>
              <a:gd name="connsiteX2" fmla="*/ 861983 w 861983"/>
              <a:gd name="connsiteY2" fmla="*/ 69770 h 309203"/>
              <a:gd name="connsiteX3" fmla="*/ 802345 w 861983"/>
              <a:gd name="connsiteY3" fmla="*/ 69770 h 309203"/>
              <a:gd name="connsiteX4" fmla="*/ 802345 w 861983"/>
              <a:gd name="connsiteY4" fmla="*/ 309203 h 309203"/>
              <a:gd name="connsiteX5" fmla="*/ 717687 w 861983"/>
              <a:gd name="connsiteY5" fmla="*/ 309203 h 309203"/>
              <a:gd name="connsiteX6" fmla="*/ 717687 w 861983"/>
              <a:gd name="connsiteY6" fmla="*/ 69770 h 309203"/>
              <a:gd name="connsiteX7" fmla="*/ 658049 w 861983"/>
              <a:gd name="connsiteY7" fmla="*/ 69770 h 309203"/>
              <a:gd name="connsiteX8" fmla="*/ 553088 w 861983"/>
              <a:gd name="connsiteY8" fmla="*/ 308 h 309203"/>
              <a:gd name="connsiteX9" fmla="*/ 637743 w 861983"/>
              <a:gd name="connsiteY9" fmla="*/ 308 h 309203"/>
              <a:gd name="connsiteX10" fmla="*/ 637743 w 861983"/>
              <a:gd name="connsiteY10" fmla="*/ 308895 h 309203"/>
              <a:gd name="connsiteX11" fmla="*/ 553088 w 861983"/>
              <a:gd name="connsiteY11" fmla="*/ 308895 h 309203"/>
              <a:gd name="connsiteX12" fmla="*/ 310128 w 861983"/>
              <a:gd name="connsiteY12" fmla="*/ 308 h 309203"/>
              <a:gd name="connsiteX13" fmla="*/ 312683 w 861983"/>
              <a:gd name="connsiteY13" fmla="*/ 308 h 309203"/>
              <a:gd name="connsiteX14" fmla="*/ 312375 w 861983"/>
              <a:gd name="connsiteY14" fmla="*/ 308893 h 309203"/>
              <a:gd name="connsiteX15" fmla="*/ 312376 w 861983"/>
              <a:gd name="connsiteY15" fmla="*/ 308894 h 309203"/>
              <a:gd name="connsiteX16" fmla="*/ 312375 w 861983"/>
              <a:gd name="connsiteY16" fmla="*/ 308894 h 309203"/>
              <a:gd name="connsiteX17" fmla="*/ 312375 w 861983"/>
              <a:gd name="connsiteY17" fmla="*/ 308895 h 309203"/>
              <a:gd name="connsiteX18" fmla="*/ 312330 w 861983"/>
              <a:gd name="connsiteY18" fmla="*/ 308895 h 309203"/>
              <a:gd name="connsiteX19" fmla="*/ 312330 w 861983"/>
              <a:gd name="connsiteY19" fmla="*/ 308894 h 309203"/>
              <a:gd name="connsiteX20" fmla="*/ 0 w 861983"/>
              <a:gd name="connsiteY20" fmla="*/ 308894 h 309203"/>
              <a:gd name="connsiteX21" fmla="*/ 9822 w 861983"/>
              <a:gd name="connsiteY21" fmla="*/ 233400 h 309203"/>
              <a:gd name="connsiteX22" fmla="*/ 312327 w 861983"/>
              <a:gd name="connsiteY22" fmla="*/ 308882 h 309203"/>
              <a:gd name="connsiteX23" fmla="*/ 312324 w 861983"/>
              <a:gd name="connsiteY23" fmla="*/ 308870 h 309203"/>
              <a:gd name="connsiteX24" fmla="*/ 30128 w 861983"/>
              <a:gd name="connsiteY24" fmla="*/ 177592 h 309203"/>
              <a:gd name="connsiteX25" fmla="*/ 71047 w 861983"/>
              <a:gd name="connsiteY25" fmla="*/ 113197 h 309203"/>
              <a:gd name="connsiteX26" fmla="*/ 312318 w 861983"/>
              <a:gd name="connsiteY26" fmla="*/ 308847 h 309203"/>
              <a:gd name="connsiteX27" fmla="*/ 312293 w 861983"/>
              <a:gd name="connsiteY27" fmla="*/ 308749 h 309203"/>
              <a:gd name="connsiteX28" fmla="*/ 116061 w 861983"/>
              <a:gd name="connsiteY28" fmla="*/ 68799 h 309203"/>
              <a:gd name="connsiteX29" fmla="*/ 180765 w 861983"/>
              <a:gd name="connsiteY29" fmla="*/ 28848 h 309203"/>
              <a:gd name="connsiteX30" fmla="*/ 312277 w 861983"/>
              <a:gd name="connsiteY30" fmla="*/ 308685 h 309203"/>
              <a:gd name="connsiteX31" fmla="*/ 237188 w 861983"/>
              <a:gd name="connsiteY31" fmla="*/ 9205 h 309203"/>
              <a:gd name="connsiteX32" fmla="*/ 310128 w 861983"/>
              <a:gd name="connsiteY32" fmla="*/ 308 h 309203"/>
              <a:gd name="connsiteX33" fmla="*/ 441123 w 861983"/>
              <a:gd name="connsiteY33" fmla="*/ 0 h 309203"/>
              <a:gd name="connsiteX34" fmla="*/ 538155 w 861983"/>
              <a:gd name="connsiteY34" fmla="*/ 0 h 309203"/>
              <a:gd name="connsiteX35" fmla="*/ 413197 w 861983"/>
              <a:gd name="connsiteY35" fmla="*/ 155394 h 309203"/>
              <a:gd name="connsiteX36" fmla="*/ 538772 w 861983"/>
              <a:gd name="connsiteY36" fmla="*/ 308895 h 309203"/>
              <a:gd name="connsiteX37" fmla="*/ 444646 w 861983"/>
              <a:gd name="connsiteY37" fmla="*/ 308895 h 309203"/>
              <a:gd name="connsiteX38" fmla="*/ 332681 w 861983"/>
              <a:gd name="connsiteY38" fmla="*/ 188693 h 309203"/>
              <a:gd name="connsiteX39" fmla="*/ 332681 w 861983"/>
              <a:gd name="connsiteY39" fmla="*/ 119895 h 309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61983" h="309203">
                <a:moveTo>
                  <a:pt x="658049" y="308"/>
                </a:moveTo>
                <a:lnTo>
                  <a:pt x="861983" y="308"/>
                </a:lnTo>
                <a:lnTo>
                  <a:pt x="861983" y="69770"/>
                </a:lnTo>
                <a:lnTo>
                  <a:pt x="802345" y="69770"/>
                </a:lnTo>
                <a:lnTo>
                  <a:pt x="802345" y="309203"/>
                </a:lnTo>
                <a:lnTo>
                  <a:pt x="717687" y="309203"/>
                </a:lnTo>
                <a:lnTo>
                  <a:pt x="717687" y="69770"/>
                </a:lnTo>
                <a:lnTo>
                  <a:pt x="658049" y="69770"/>
                </a:lnTo>
                <a:close/>
                <a:moveTo>
                  <a:pt x="553088" y="308"/>
                </a:moveTo>
                <a:lnTo>
                  <a:pt x="637743" y="308"/>
                </a:lnTo>
                <a:lnTo>
                  <a:pt x="637743" y="308895"/>
                </a:lnTo>
                <a:lnTo>
                  <a:pt x="553088" y="308895"/>
                </a:lnTo>
                <a:close/>
                <a:moveTo>
                  <a:pt x="310128" y="308"/>
                </a:moveTo>
                <a:lnTo>
                  <a:pt x="312683" y="308"/>
                </a:lnTo>
                <a:lnTo>
                  <a:pt x="312375" y="308893"/>
                </a:lnTo>
                <a:lnTo>
                  <a:pt x="312376" y="308894"/>
                </a:lnTo>
                <a:lnTo>
                  <a:pt x="312375" y="308894"/>
                </a:lnTo>
                <a:lnTo>
                  <a:pt x="312375" y="308895"/>
                </a:lnTo>
                <a:lnTo>
                  <a:pt x="312330" y="308895"/>
                </a:lnTo>
                <a:lnTo>
                  <a:pt x="312330" y="308894"/>
                </a:lnTo>
                <a:lnTo>
                  <a:pt x="0" y="308894"/>
                </a:lnTo>
                <a:cubicBezTo>
                  <a:pt x="308" y="282863"/>
                  <a:pt x="3480" y="257493"/>
                  <a:pt x="9822" y="233400"/>
                </a:cubicBezTo>
                <a:lnTo>
                  <a:pt x="312327" y="308882"/>
                </a:lnTo>
                <a:lnTo>
                  <a:pt x="312324" y="308870"/>
                </a:lnTo>
                <a:lnTo>
                  <a:pt x="30128" y="177592"/>
                </a:lnTo>
                <a:cubicBezTo>
                  <a:pt x="40920" y="154425"/>
                  <a:pt x="54882" y="132842"/>
                  <a:pt x="71047" y="113197"/>
                </a:cubicBezTo>
                <a:lnTo>
                  <a:pt x="312318" y="308847"/>
                </a:lnTo>
                <a:lnTo>
                  <a:pt x="312293" y="308749"/>
                </a:lnTo>
                <a:lnTo>
                  <a:pt x="116061" y="68799"/>
                </a:lnTo>
                <a:cubicBezTo>
                  <a:pt x="135750" y="52942"/>
                  <a:pt x="157289" y="39640"/>
                  <a:pt x="180765" y="28848"/>
                </a:cubicBezTo>
                <a:lnTo>
                  <a:pt x="312277" y="308685"/>
                </a:lnTo>
                <a:lnTo>
                  <a:pt x="237188" y="9205"/>
                </a:lnTo>
                <a:cubicBezTo>
                  <a:pt x="260665" y="3480"/>
                  <a:pt x="285066" y="308"/>
                  <a:pt x="310128" y="308"/>
                </a:cubicBezTo>
                <a:close/>
                <a:moveTo>
                  <a:pt x="441123" y="0"/>
                </a:moveTo>
                <a:lnTo>
                  <a:pt x="538155" y="0"/>
                </a:lnTo>
                <a:lnTo>
                  <a:pt x="413197" y="155394"/>
                </a:lnTo>
                <a:lnTo>
                  <a:pt x="538772" y="308895"/>
                </a:lnTo>
                <a:lnTo>
                  <a:pt x="444646" y="308895"/>
                </a:lnTo>
                <a:lnTo>
                  <a:pt x="332681" y="188693"/>
                </a:lnTo>
                <a:lnTo>
                  <a:pt x="332681" y="119895"/>
                </a:lnTo>
                <a:close/>
              </a:path>
            </a:pathLst>
          </a:custGeom>
          <a:solidFill>
            <a:schemeClr val="bg1"/>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198871257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ext Slides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Slides</a:t>
            </a:r>
          </a:p>
        </p:txBody>
      </p:sp>
      <p:grpSp>
        <p:nvGrpSpPr>
          <p:cNvPr id="5" name="Gruppieren 4">
            <a:extLst>
              <a:ext uri="{FF2B5EF4-FFF2-40B4-BE49-F238E27FC236}">
                <a16:creationId xmlns:a16="http://schemas.microsoft.com/office/drawing/2014/main" id="{896487C8-3898-9A0D-C9F9-756ABF29CC7A}"/>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BB845C91-C89E-338E-C9EA-4C39346DFA55}"/>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176FA26C-F202-41D1-CD6E-898DF2DEBB09}"/>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3887537246"/>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7561264" cy="4684711"/>
          </a:xfrm>
        </p:spPr>
        <p:txBody>
          <a:bodyPr/>
          <a:lstStyle/>
          <a:p>
            <a:pPr lvl="0"/>
            <a:r>
              <a:rPr lang="en-US" dirty="0"/>
              <a:t>Add text</a:t>
            </a:r>
          </a:p>
        </p:txBody>
      </p:sp>
      <p:sp>
        <p:nvSpPr>
          <p:cNvPr id="3" name="Datumsplatzhalter 2">
            <a:extLst>
              <a:ext uri="{FF2B5EF4-FFF2-40B4-BE49-F238E27FC236}">
                <a16:creationId xmlns:a16="http://schemas.microsoft.com/office/drawing/2014/main" id="{39D431E4-E519-1234-FE33-E8AB80778016}"/>
              </a:ext>
            </a:extLst>
          </p:cNvPr>
          <p:cNvSpPr>
            <a:spLocks noGrp="1"/>
          </p:cNvSpPr>
          <p:nvPr>
            <p:ph type="dt" sz="half" idx="14"/>
          </p:nvPr>
        </p:nvSpPr>
        <p:spPr/>
        <p:txBody>
          <a:bodyPr/>
          <a:lstStyle/>
          <a:p>
            <a:endParaRPr lang="en-US" dirty="0"/>
          </a:p>
        </p:txBody>
      </p:sp>
      <p:sp>
        <p:nvSpPr>
          <p:cNvPr id="7" name="Fußzeilenplatzhalter 6">
            <a:extLst>
              <a:ext uri="{FF2B5EF4-FFF2-40B4-BE49-F238E27FC236}">
                <a16:creationId xmlns:a16="http://schemas.microsoft.com/office/drawing/2014/main" id="{138985F4-50E8-E270-E8DA-DC9A5DFEC66D}"/>
              </a:ext>
            </a:extLst>
          </p:cNvPr>
          <p:cNvSpPr>
            <a:spLocks noGrp="1"/>
          </p:cNvSpPr>
          <p:nvPr>
            <p:ph type="ftr" sz="quarter" idx="15"/>
          </p:nvPr>
        </p:nvSpPr>
        <p:spPr/>
        <p:txBody>
          <a:bodyPr/>
          <a:lstStyle/>
          <a:p>
            <a:r>
              <a:rPr lang="en-US"/>
              <a:t>Case Studies/ V-SUM-Integration  - C01-S • CRC 1608 Strategic Project to C01 • Patrick Grycz • 20.07.2026</a:t>
            </a:r>
            <a:endParaRPr lang="en-US" dirty="0"/>
          </a:p>
        </p:txBody>
      </p:sp>
      <p:sp>
        <p:nvSpPr>
          <p:cNvPr id="9" name="Foliennummernplatzhalter 8">
            <a:extLst>
              <a:ext uri="{FF2B5EF4-FFF2-40B4-BE49-F238E27FC236}">
                <a16:creationId xmlns:a16="http://schemas.microsoft.com/office/drawing/2014/main" id="{C811813F-F15B-6052-8D32-B7BF1C278A57}"/>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559171156"/>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2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6203953" y="1592263"/>
            <a:ext cx="5616575" cy="4684711"/>
          </a:xfrm>
        </p:spPr>
        <p:txBody>
          <a:bodyPr/>
          <a:lstStyle/>
          <a:p>
            <a:pPr lvl="0"/>
            <a:r>
              <a:rPr lang="en-US" dirty="0"/>
              <a:t>Add text</a:t>
            </a:r>
          </a:p>
        </p:txBody>
      </p:sp>
      <p:sp>
        <p:nvSpPr>
          <p:cNvPr id="7" name="Datumsplatzhalter 6">
            <a:extLst>
              <a:ext uri="{FF2B5EF4-FFF2-40B4-BE49-F238E27FC236}">
                <a16:creationId xmlns:a16="http://schemas.microsoft.com/office/drawing/2014/main" id="{D89038B4-FE9D-E75E-CBA7-A4AFDD61FFEF}"/>
              </a:ext>
            </a:extLst>
          </p:cNvPr>
          <p:cNvSpPr>
            <a:spLocks noGrp="1"/>
          </p:cNvSpPr>
          <p:nvPr>
            <p:ph type="dt" sz="half" idx="15"/>
          </p:nvPr>
        </p:nvSpPr>
        <p:spPr/>
        <p:txBody>
          <a:bodyPr/>
          <a:lstStyle/>
          <a:p>
            <a:endParaRPr lang="en-US" dirty="0"/>
          </a:p>
        </p:txBody>
      </p:sp>
      <p:sp>
        <p:nvSpPr>
          <p:cNvPr id="9" name="Fußzeilenplatzhalter 8">
            <a:extLst>
              <a:ext uri="{FF2B5EF4-FFF2-40B4-BE49-F238E27FC236}">
                <a16:creationId xmlns:a16="http://schemas.microsoft.com/office/drawing/2014/main" id="{B3F8990C-EE9B-9FAE-C44C-270F39377E68}"/>
              </a:ext>
            </a:extLst>
          </p:cNvPr>
          <p:cNvSpPr>
            <a:spLocks noGrp="1"/>
          </p:cNvSpPr>
          <p:nvPr>
            <p:ph type="ftr" sz="quarter" idx="16"/>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BC8FCD27-29AE-82EA-3746-DBEB05327989}"/>
              </a:ext>
            </a:extLst>
          </p:cNvPr>
          <p:cNvSpPr>
            <a:spLocks noGrp="1"/>
          </p:cNvSpPr>
          <p:nvPr>
            <p:ph type="sldNum" sz="quarter" idx="1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692264603"/>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nd 3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59263" y="1598217"/>
            <a:ext cx="3671885"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8155944" y="1592263"/>
            <a:ext cx="3664582" cy="4684711"/>
          </a:xfrm>
        </p:spPr>
        <p:txBody>
          <a:bodyPr/>
          <a:lstStyle/>
          <a:p>
            <a:pPr lvl="0"/>
            <a:r>
              <a:rPr lang="en-US" dirty="0"/>
              <a:t>Add text</a:t>
            </a:r>
          </a:p>
        </p:txBody>
      </p:sp>
      <p:sp>
        <p:nvSpPr>
          <p:cNvPr id="9" name="Datumsplatzhalter 8">
            <a:extLst>
              <a:ext uri="{FF2B5EF4-FFF2-40B4-BE49-F238E27FC236}">
                <a16:creationId xmlns:a16="http://schemas.microsoft.com/office/drawing/2014/main" id="{DFCF9B44-89CE-5C78-E17A-E0D8DDD8AA0F}"/>
              </a:ext>
            </a:extLst>
          </p:cNvPr>
          <p:cNvSpPr>
            <a:spLocks noGrp="1"/>
          </p:cNvSpPr>
          <p:nvPr>
            <p:ph type="dt" sz="half" idx="16"/>
          </p:nvPr>
        </p:nvSpPr>
        <p:spPr/>
        <p:txBody>
          <a:bodyPr/>
          <a:lstStyle/>
          <a:p>
            <a:endParaRPr lang="en-US" dirty="0"/>
          </a:p>
        </p:txBody>
      </p:sp>
      <p:sp>
        <p:nvSpPr>
          <p:cNvPr id="10" name="Fußzeilenplatzhalter 9">
            <a:extLst>
              <a:ext uri="{FF2B5EF4-FFF2-40B4-BE49-F238E27FC236}">
                <a16:creationId xmlns:a16="http://schemas.microsoft.com/office/drawing/2014/main" id="{62B90CFD-7675-410D-5FBC-60FE99027A65}"/>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EEE605EC-0BAE-E682-2FEE-959934696D46}"/>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586257517"/>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4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270033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3287713" y="1598217"/>
            <a:ext cx="2700339"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6203949" y="1592263"/>
            <a:ext cx="2700339" cy="4684711"/>
          </a:xfrm>
        </p:spPr>
        <p:txBody>
          <a:bodyPr/>
          <a:lstStyle/>
          <a:p>
            <a:pPr lvl="0"/>
            <a:r>
              <a:rPr lang="en-US" dirty="0"/>
              <a:t>Add text</a:t>
            </a:r>
          </a:p>
        </p:txBody>
      </p:sp>
      <p:sp>
        <p:nvSpPr>
          <p:cNvPr id="9" name="Textplatzhalter 7">
            <a:extLst>
              <a:ext uri="{FF2B5EF4-FFF2-40B4-BE49-F238E27FC236}">
                <a16:creationId xmlns:a16="http://schemas.microsoft.com/office/drawing/2014/main" id="{A18B540B-0C8C-E249-F263-396FA418CFDF}"/>
              </a:ext>
            </a:extLst>
          </p:cNvPr>
          <p:cNvSpPr>
            <a:spLocks noGrp="1"/>
          </p:cNvSpPr>
          <p:nvPr>
            <p:ph type="body" sz="quarter" idx="16" hasCustomPrompt="1"/>
          </p:nvPr>
        </p:nvSpPr>
        <p:spPr bwMode="gray">
          <a:xfrm>
            <a:off x="9120188" y="1592263"/>
            <a:ext cx="2700339" cy="4684711"/>
          </a:xfrm>
        </p:spPr>
        <p:txBody>
          <a:bodyPr/>
          <a:lstStyle/>
          <a:p>
            <a:pPr lvl="0"/>
            <a:r>
              <a:rPr lang="en-US" dirty="0"/>
              <a:t>Add text</a:t>
            </a:r>
          </a:p>
        </p:txBody>
      </p:sp>
      <p:sp>
        <p:nvSpPr>
          <p:cNvPr id="10" name="Datumsplatzhalter 9">
            <a:extLst>
              <a:ext uri="{FF2B5EF4-FFF2-40B4-BE49-F238E27FC236}">
                <a16:creationId xmlns:a16="http://schemas.microsoft.com/office/drawing/2014/main" id="{F6F2C2F2-A469-FDA9-4694-B14CE4D2B830}"/>
              </a:ext>
            </a:extLst>
          </p:cNvPr>
          <p:cNvSpPr>
            <a:spLocks noGrp="1"/>
          </p:cNvSpPr>
          <p:nvPr>
            <p:ph type="dt" sz="half" idx="17"/>
          </p:nvPr>
        </p:nvSpPr>
        <p:spPr/>
        <p:txBody>
          <a:bodyPr/>
          <a:lstStyle/>
          <a:p>
            <a:endParaRPr lang="en-US" dirty="0"/>
          </a:p>
        </p:txBody>
      </p:sp>
      <p:sp>
        <p:nvSpPr>
          <p:cNvPr id="11" name="Fußzeilenplatzhalter 10">
            <a:extLst>
              <a:ext uri="{FF2B5EF4-FFF2-40B4-BE49-F238E27FC236}">
                <a16:creationId xmlns:a16="http://schemas.microsoft.com/office/drawing/2014/main" id="{09FE437C-2FB5-8E53-12AF-758B9C09B968}"/>
              </a:ext>
            </a:extLst>
          </p:cNvPr>
          <p:cNvSpPr>
            <a:spLocks noGrp="1"/>
          </p:cNvSpPr>
          <p:nvPr>
            <p:ph type="ftr" sz="quarter" idx="18"/>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FC6255C4-5E26-8F03-0093-3FE830E79CD3}"/>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36990602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ext and Picture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&amp; </a:t>
            </a:r>
            <a:br>
              <a:rPr lang="en-US" sz="12000" b="1" dirty="0">
                <a:solidFill>
                  <a:schemeClr val="bg1"/>
                </a:solidFill>
              </a:rPr>
            </a:br>
            <a:r>
              <a:rPr lang="en-US" sz="12000" b="1" dirty="0" err="1">
                <a:solidFill>
                  <a:schemeClr val="bg1"/>
                </a:solidFill>
              </a:rPr>
              <a:t>Pictue</a:t>
            </a:r>
            <a:endParaRPr lang="en-US" sz="12000" b="1" dirty="0">
              <a:solidFill>
                <a:schemeClr val="bg1"/>
              </a:solidFill>
            </a:endParaRPr>
          </a:p>
        </p:txBody>
      </p:sp>
      <p:grpSp>
        <p:nvGrpSpPr>
          <p:cNvPr id="5" name="Gruppieren 4">
            <a:extLst>
              <a:ext uri="{FF2B5EF4-FFF2-40B4-BE49-F238E27FC236}">
                <a16:creationId xmlns:a16="http://schemas.microsoft.com/office/drawing/2014/main" id="{ED91CF98-7E64-A92D-A585-8CE7EB1112F2}"/>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0DC14551-5FA4-58A0-A5D0-4712444E529A}"/>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CA816A33-7090-9599-A875-ED901DF398E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2717504955"/>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x Text and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1"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DD70B73C-0CF1-5C0D-6E7E-0F2140886ACB}"/>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F79FA06E-4A79-9BE7-7176-0CDABBFDEA0B}"/>
              </a:ext>
            </a:extLst>
          </p:cNvPr>
          <p:cNvSpPr>
            <a:spLocks noGrp="1"/>
          </p:cNvSpPr>
          <p:nvPr>
            <p:ph type="dt" sz="half" idx="16"/>
          </p:nvPr>
        </p:nvSpPr>
        <p:spPr/>
        <p:txBody>
          <a:bodyPr/>
          <a:lstStyle/>
          <a:p>
            <a:endParaRPr lang="en-US" dirty="0"/>
          </a:p>
        </p:txBody>
      </p:sp>
      <p:sp>
        <p:nvSpPr>
          <p:cNvPr id="11" name="Fußzeilenplatzhalter 10">
            <a:extLst>
              <a:ext uri="{FF2B5EF4-FFF2-40B4-BE49-F238E27FC236}">
                <a16:creationId xmlns:a16="http://schemas.microsoft.com/office/drawing/2014/main" id="{ECACCEBE-2A95-EBE4-CD9F-A6EDDA249675}"/>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4930C461-1671-0A4D-6841-C1DA8B5BA1B0}"/>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EA6D74CA-A6BA-B921-DEB9-D6A49E43D2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913839065"/>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x Text and 2x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8F5116AB-EDC8-4AAB-4B23-B0F880D31161}"/>
              </a:ext>
            </a:extLst>
          </p:cNvPr>
          <p:cNvSpPr>
            <a:spLocks noGrp="1"/>
          </p:cNvSpPr>
          <p:nvPr>
            <p:ph type="pic" sz="quarter" idx="17" hasCustomPrompt="1"/>
          </p:nvPr>
        </p:nvSpPr>
        <p:spPr bwMode="gray">
          <a:xfrm>
            <a:off x="8148638" y="342900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Rechteck 9">
            <a:extLst>
              <a:ext uri="{FF2B5EF4-FFF2-40B4-BE49-F238E27FC236}">
                <a16:creationId xmlns:a16="http://schemas.microsoft.com/office/drawing/2014/main" id="{E76EE313-5AAA-A0EA-8444-811EFE1191D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1" name="Datumsplatzhalter 10">
            <a:extLst>
              <a:ext uri="{FF2B5EF4-FFF2-40B4-BE49-F238E27FC236}">
                <a16:creationId xmlns:a16="http://schemas.microsoft.com/office/drawing/2014/main" id="{A1FC182A-F96F-5221-873F-3B2B5AAB8E5D}"/>
              </a:ext>
            </a:extLst>
          </p:cNvPr>
          <p:cNvSpPr>
            <a:spLocks noGrp="1"/>
          </p:cNvSpPr>
          <p:nvPr>
            <p:ph type="dt" sz="half" idx="18"/>
          </p:nvPr>
        </p:nvSpPr>
        <p:spPr/>
        <p:txBody>
          <a:bodyPr/>
          <a:lstStyle/>
          <a:p>
            <a:endParaRPr lang="en-US" dirty="0"/>
          </a:p>
        </p:txBody>
      </p:sp>
      <p:sp>
        <p:nvSpPr>
          <p:cNvPr id="12" name="Fußzeilenplatzhalter 11">
            <a:extLst>
              <a:ext uri="{FF2B5EF4-FFF2-40B4-BE49-F238E27FC236}">
                <a16:creationId xmlns:a16="http://schemas.microsoft.com/office/drawing/2014/main" id="{32C1A369-5E22-F1DC-FC91-3E67E0891AA5}"/>
              </a:ext>
            </a:extLst>
          </p:cNvPr>
          <p:cNvSpPr>
            <a:spLocks noGrp="1"/>
          </p:cNvSpPr>
          <p:nvPr>
            <p:ph type="ftr" sz="quarter" idx="19"/>
          </p:nvPr>
        </p:nvSpPr>
        <p:spPr/>
        <p:txBody>
          <a:bodyPr/>
          <a:lstStyle/>
          <a:p>
            <a:r>
              <a:rPr lang="en-US"/>
              <a:t>Case Studies/ V-SUM-Integration  - C01-S • CRC 1608 Strategic Project to C01 • Patrick Grycz • 20.07.2026</a:t>
            </a:r>
            <a:endParaRPr lang="en-US" dirty="0"/>
          </a:p>
        </p:txBody>
      </p:sp>
      <p:sp>
        <p:nvSpPr>
          <p:cNvPr id="13" name="Foliennummernplatzhalter 12">
            <a:extLst>
              <a:ext uri="{FF2B5EF4-FFF2-40B4-BE49-F238E27FC236}">
                <a16:creationId xmlns:a16="http://schemas.microsoft.com/office/drawing/2014/main" id="{1294EBFA-1C3B-20E4-7E18-EADCA4BF01EB}"/>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687767C0-1F3D-3EB7-C35E-3DFC7F453F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447064968"/>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ext and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6203950" y="1"/>
            <a:ext cx="5988049"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6D641E1-639F-0493-BBF6-89BD4203144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B2E2E680-3FF9-ABDB-21FE-FBA027792160}"/>
              </a:ext>
            </a:extLst>
          </p:cNvPr>
          <p:cNvSpPr>
            <a:spLocks noGrp="1"/>
          </p:cNvSpPr>
          <p:nvPr>
            <p:ph type="dt" sz="half" idx="22"/>
          </p:nvPr>
        </p:nvSpPr>
        <p:spPr/>
        <p:txBody>
          <a:bodyPr/>
          <a:lstStyle/>
          <a:p>
            <a:endParaRPr lang="en-US" noProof="1"/>
          </a:p>
        </p:txBody>
      </p:sp>
      <p:sp>
        <p:nvSpPr>
          <p:cNvPr id="6" name="Footer Placeholder 5">
            <a:extLst>
              <a:ext uri="{FF2B5EF4-FFF2-40B4-BE49-F238E27FC236}">
                <a16:creationId xmlns:a16="http://schemas.microsoft.com/office/drawing/2014/main" id="{CA7A526B-BB77-0D6A-817F-6C40D944BDCE}"/>
              </a:ext>
            </a:extLst>
          </p:cNvPr>
          <p:cNvSpPr>
            <a:spLocks noGrp="1"/>
          </p:cNvSpPr>
          <p:nvPr>
            <p:ph type="ftr" sz="quarter" idx="23"/>
          </p:nvPr>
        </p:nvSpPr>
        <p:spPr>
          <a:xfrm>
            <a:off x="2100264" y="6273800"/>
            <a:ext cx="3887786" cy="584200"/>
          </a:xfrm>
        </p:spPr>
        <p:txBody>
          <a:bodyPr/>
          <a:lstStyle/>
          <a:p>
            <a:r>
              <a:rPr lang="en-US" noProof="1"/>
              <a:t>Case Studies/ V-SUM-Integration  - C01-S • CRC 1608 Strategic Project to C01 • Patrick Grycz • 20.07.2026</a:t>
            </a:r>
          </a:p>
        </p:txBody>
      </p:sp>
      <p:sp>
        <p:nvSpPr>
          <p:cNvPr id="12" name="Slide Number Placeholder 11">
            <a:extLst>
              <a:ext uri="{FF2B5EF4-FFF2-40B4-BE49-F238E27FC236}">
                <a16:creationId xmlns:a16="http://schemas.microsoft.com/office/drawing/2014/main" id="{5BF4C557-2716-4BAC-1F79-F528FD3982DA}"/>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644C98EE-B3A7-7238-F3DE-A4EEE986D320}"/>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525551557"/>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Bildplatzhalter 15">
            <a:extLst>
              <a:ext uri="{FF2B5EF4-FFF2-40B4-BE49-F238E27FC236}">
                <a16:creationId xmlns:a16="http://schemas.microsoft.com/office/drawing/2014/main" id="{277424FD-F9EC-9D50-76B7-A15217260B9D}"/>
              </a:ext>
            </a:extLst>
          </p:cNvPr>
          <p:cNvSpPr>
            <a:spLocks noGrp="1"/>
          </p:cNvSpPr>
          <p:nvPr>
            <p:ph type="pic" sz="quarter" idx="15" hasCustomPrompt="1"/>
          </p:nvPr>
        </p:nvSpPr>
        <p:spPr bwMode="gray">
          <a:xfrm>
            <a:off x="6203952" y="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E6670E1C-5A99-3F90-22DA-92683344E10A}"/>
              </a:ext>
            </a:extLst>
          </p:cNvPr>
          <p:cNvSpPr>
            <a:spLocks noGrp="1"/>
          </p:cNvSpPr>
          <p:nvPr>
            <p:ph type="pic" sz="quarter" idx="17" hasCustomPrompt="1"/>
          </p:nvPr>
        </p:nvSpPr>
        <p:spPr bwMode="gray">
          <a:xfrm>
            <a:off x="6203952" y="342900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CE029FC3-CCFD-6807-4B07-283D6D2E4AC3}"/>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C4BE23FB-82F9-256A-844F-E66CF0B11694}"/>
              </a:ext>
            </a:extLst>
          </p:cNvPr>
          <p:cNvSpPr>
            <a:spLocks noGrp="1"/>
          </p:cNvSpPr>
          <p:nvPr>
            <p:ph type="dt" sz="half" idx="22"/>
          </p:nvPr>
        </p:nvSpPr>
        <p:spPr/>
        <p:txBody>
          <a:bodyPr/>
          <a:lstStyle/>
          <a:p>
            <a:endParaRPr lang="en-US" noProof="1"/>
          </a:p>
        </p:txBody>
      </p:sp>
      <p:sp>
        <p:nvSpPr>
          <p:cNvPr id="7" name="Footer Placeholder 6">
            <a:extLst>
              <a:ext uri="{FF2B5EF4-FFF2-40B4-BE49-F238E27FC236}">
                <a16:creationId xmlns:a16="http://schemas.microsoft.com/office/drawing/2014/main" id="{FFB82624-8EFE-AB1E-C365-BC8C7FE4BEC2}"/>
              </a:ext>
            </a:extLst>
          </p:cNvPr>
          <p:cNvSpPr>
            <a:spLocks noGrp="1"/>
          </p:cNvSpPr>
          <p:nvPr>
            <p:ph type="ftr" sz="quarter" idx="23"/>
          </p:nvPr>
        </p:nvSpPr>
        <p:spPr>
          <a:xfrm>
            <a:off x="2100264" y="6273800"/>
            <a:ext cx="3887786" cy="584200"/>
          </a:xfrm>
        </p:spPr>
        <p:txBody>
          <a:bodyPr/>
          <a:lstStyle/>
          <a:p>
            <a:r>
              <a:rPr lang="en-US" noProof="1"/>
              <a:t>Case Studies/ V-SUM-Integration  - C01-S • CRC 1608 Strategic Project to C01 • Patrick Grycz • 20.07.2026</a:t>
            </a:r>
          </a:p>
        </p:txBody>
      </p:sp>
      <p:sp>
        <p:nvSpPr>
          <p:cNvPr id="13" name="Slide Number Placeholder 12">
            <a:extLst>
              <a:ext uri="{FF2B5EF4-FFF2-40B4-BE49-F238E27FC236}">
                <a16:creationId xmlns:a16="http://schemas.microsoft.com/office/drawing/2014/main" id="{B15CD544-922E-96F9-8EAB-ABE0DF7E74C1}"/>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C80D2BB3-E138-B7DD-31BD-76E8F71E4E39}"/>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668946643"/>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ext and Picture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4259264" y="1"/>
            <a:ext cx="7932736"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CC92567-845B-5A16-AD42-AF8D88C03086}"/>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C341EFE2-E8B5-56D7-6032-6F049A14EA64}"/>
              </a:ext>
            </a:extLst>
          </p:cNvPr>
          <p:cNvSpPr>
            <a:spLocks noGrp="1"/>
          </p:cNvSpPr>
          <p:nvPr>
            <p:ph type="dt" sz="half" idx="22"/>
          </p:nvPr>
        </p:nvSpPr>
        <p:spPr/>
        <p:txBody>
          <a:bodyPr/>
          <a:lstStyle/>
          <a:p>
            <a:endParaRPr lang="en-US" noProof="1"/>
          </a:p>
        </p:txBody>
      </p:sp>
      <p:sp>
        <p:nvSpPr>
          <p:cNvPr id="6" name="Footer Placeholder 5">
            <a:extLst>
              <a:ext uri="{FF2B5EF4-FFF2-40B4-BE49-F238E27FC236}">
                <a16:creationId xmlns:a16="http://schemas.microsoft.com/office/drawing/2014/main" id="{A8B05A39-8EF3-2CC5-3106-31B6DF3A23FD}"/>
              </a:ext>
            </a:extLst>
          </p:cNvPr>
          <p:cNvSpPr>
            <a:spLocks noGrp="1"/>
          </p:cNvSpPr>
          <p:nvPr>
            <p:ph type="ftr" sz="quarter" idx="23"/>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2" name="Slide Number Placeholder 11">
            <a:extLst>
              <a:ext uri="{FF2B5EF4-FFF2-40B4-BE49-F238E27FC236}">
                <a16:creationId xmlns:a16="http://schemas.microsoft.com/office/drawing/2014/main" id="{99CFE138-5A56-42D1-CEDB-6704D5C323D7}"/>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F2824E2A-4652-0276-77D5-E2F7A17236EF}"/>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304344238"/>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4259263" y="342900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27364D22-E1CE-D3E5-45DB-66B9F8D3C95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E125E92D-EEDF-41E0-AFB0-5B7CA56902F1}"/>
              </a:ext>
            </a:extLst>
          </p:cNvPr>
          <p:cNvSpPr>
            <a:spLocks noGrp="1"/>
          </p:cNvSpPr>
          <p:nvPr>
            <p:ph type="dt" sz="half" idx="22"/>
          </p:nvPr>
        </p:nvSpPr>
        <p:spPr/>
        <p:txBody>
          <a:bodyPr/>
          <a:lstStyle/>
          <a:p>
            <a:endParaRPr lang="en-US" noProof="1"/>
          </a:p>
        </p:txBody>
      </p:sp>
      <p:sp>
        <p:nvSpPr>
          <p:cNvPr id="7" name="Footer Placeholder 6">
            <a:extLst>
              <a:ext uri="{FF2B5EF4-FFF2-40B4-BE49-F238E27FC236}">
                <a16:creationId xmlns:a16="http://schemas.microsoft.com/office/drawing/2014/main" id="{53181661-B42D-C815-F777-F226E4013AB8}"/>
              </a:ext>
            </a:extLst>
          </p:cNvPr>
          <p:cNvSpPr>
            <a:spLocks noGrp="1"/>
          </p:cNvSpPr>
          <p:nvPr>
            <p:ph type="ftr" sz="quarter" idx="23"/>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3" name="Slide Number Placeholder 12">
            <a:extLst>
              <a:ext uri="{FF2B5EF4-FFF2-40B4-BE49-F238E27FC236}">
                <a16:creationId xmlns:a16="http://schemas.microsoft.com/office/drawing/2014/main" id="{17A4FC51-B5D1-EA2C-4520-8FBD7D0AD4F4}"/>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25AC6484-86DB-2DAB-BB62-A5745F449A7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4019557685"/>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vertical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0946D4BB-B535-21BF-5706-F2593173BAA1}"/>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442913EC-AA64-42F8-7D39-B16842087DFD}"/>
              </a:ext>
            </a:extLst>
          </p:cNvPr>
          <p:cNvSpPr>
            <a:spLocks noGrp="1"/>
          </p:cNvSpPr>
          <p:nvPr>
            <p:ph type="dt" sz="half" idx="22"/>
          </p:nvPr>
        </p:nvSpPr>
        <p:spPr/>
        <p:txBody>
          <a:bodyPr/>
          <a:lstStyle/>
          <a:p>
            <a:endParaRPr lang="en-US" noProof="1"/>
          </a:p>
        </p:txBody>
      </p:sp>
      <p:sp>
        <p:nvSpPr>
          <p:cNvPr id="7" name="Footer Placeholder 6">
            <a:extLst>
              <a:ext uri="{FF2B5EF4-FFF2-40B4-BE49-F238E27FC236}">
                <a16:creationId xmlns:a16="http://schemas.microsoft.com/office/drawing/2014/main" id="{9CE0DADB-FC3F-095E-4791-75B52230B02F}"/>
              </a:ext>
            </a:extLst>
          </p:cNvPr>
          <p:cNvSpPr>
            <a:spLocks noGrp="1"/>
          </p:cNvSpPr>
          <p:nvPr>
            <p:ph type="ftr" sz="quarter" idx="23"/>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3" name="Slide Number Placeholder 12">
            <a:extLst>
              <a:ext uri="{FF2B5EF4-FFF2-40B4-BE49-F238E27FC236}">
                <a16:creationId xmlns:a16="http://schemas.microsoft.com/office/drawing/2014/main" id="{2A1CFBF2-D69A-34C8-B3BD-C059BF951A1E}"/>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B89CE0D6-653F-7F8C-F948-4496D414E60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95967902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ext and 4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10" name="Bildplatzhalter 15">
            <a:extLst>
              <a:ext uri="{FF2B5EF4-FFF2-40B4-BE49-F238E27FC236}">
                <a16:creationId xmlns:a16="http://schemas.microsoft.com/office/drawing/2014/main" id="{7F82C154-C2F8-0DAB-C0BD-5339CDD093A6}"/>
              </a:ext>
            </a:extLst>
          </p:cNvPr>
          <p:cNvSpPr>
            <a:spLocks noGrp="1"/>
          </p:cNvSpPr>
          <p:nvPr>
            <p:ph type="pic" sz="quarter" idx="18" hasCustomPrompt="1"/>
          </p:nvPr>
        </p:nvSpPr>
        <p:spPr bwMode="gray">
          <a:xfrm>
            <a:off x="4259263"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Bildplatzhalter 15">
            <a:extLst>
              <a:ext uri="{FF2B5EF4-FFF2-40B4-BE49-F238E27FC236}">
                <a16:creationId xmlns:a16="http://schemas.microsoft.com/office/drawing/2014/main" id="{20C756FA-7475-759D-D898-FED49EC21C63}"/>
              </a:ext>
            </a:extLst>
          </p:cNvPr>
          <p:cNvSpPr>
            <a:spLocks noGrp="1"/>
          </p:cNvSpPr>
          <p:nvPr>
            <p:ph type="pic" sz="quarter" idx="19" hasCustomPrompt="1"/>
          </p:nvPr>
        </p:nvSpPr>
        <p:spPr bwMode="gray">
          <a:xfrm>
            <a:off x="8224800"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E3376BD9-6CCE-719E-7D39-A434E6F082BA}"/>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3230D9CD-2193-97AA-1758-B1FC1421DAAF}"/>
              </a:ext>
            </a:extLst>
          </p:cNvPr>
          <p:cNvSpPr>
            <a:spLocks noGrp="1"/>
          </p:cNvSpPr>
          <p:nvPr>
            <p:ph type="dt" sz="half" idx="24"/>
          </p:nvPr>
        </p:nvSpPr>
        <p:spPr/>
        <p:txBody>
          <a:bodyPr/>
          <a:lstStyle/>
          <a:p>
            <a:endParaRPr lang="en-US" noProof="1"/>
          </a:p>
        </p:txBody>
      </p:sp>
      <p:sp>
        <p:nvSpPr>
          <p:cNvPr id="7" name="Footer Placeholder 6">
            <a:extLst>
              <a:ext uri="{FF2B5EF4-FFF2-40B4-BE49-F238E27FC236}">
                <a16:creationId xmlns:a16="http://schemas.microsoft.com/office/drawing/2014/main" id="{219C73A4-0550-88A3-B15C-D839D27C3A41}"/>
              </a:ext>
            </a:extLst>
          </p:cNvPr>
          <p:cNvSpPr>
            <a:spLocks noGrp="1"/>
          </p:cNvSpPr>
          <p:nvPr>
            <p:ph type="ftr" sz="quarter" idx="25"/>
          </p:nvPr>
        </p:nvSpPr>
        <p:spPr>
          <a:xfrm>
            <a:off x="2100264" y="6273800"/>
            <a:ext cx="1943100" cy="584200"/>
          </a:xfrm>
        </p:spPr>
        <p:txBody>
          <a:bodyPr/>
          <a:lstStyle/>
          <a:p>
            <a:r>
              <a:rPr lang="en-US" noProof="1"/>
              <a:t>Case Studies/ V-SUM-Integration  - C01-S • CRC 1608 Strategic Project to C01 • Patrick Grycz • 20.07.2026</a:t>
            </a:r>
          </a:p>
        </p:txBody>
      </p:sp>
      <p:sp>
        <p:nvSpPr>
          <p:cNvPr id="15" name="Slide Number Placeholder 14">
            <a:extLst>
              <a:ext uri="{FF2B5EF4-FFF2-40B4-BE49-F238E27FC236}">
                <a16:creationId xmlns:a16="http://schemas.microsoft.com/office/drawing/2014/main" id="{809BE537-47E8-E28E-E31C-569B375CD31F}"/>
              </a:ext>
            </a:extLst>
          </p:cNvPr>
          <p:cNvSpPr>
            <a:spLocks noGrp="1"/>
          </p:cNvSpPr>
          <p:nvPr>
            <p:ph type="sldNum" sz="quarter" idx="26"/>
          </p:nvPr>
        </p:nvSpPr>
        <p:spPr/>
        <p:txBody>
          <a:bodyPr/>
          <a:lstStyle/>
          <a:p>
            <a:fld id="{776FC98F-84AD-404B-BCCB-49E092AA6DE0}" type="slidenum">
              <a:rPr lang="en-US" noProof="1" smtClean="0"/>
              <a:pPr/>
              <a:t>‹Nr.›</a:t>
            </a:fld>
            <a:endParaRPr lang="en-US" noProof="1"/>
          </a:p>
        </p:txBody>
      </p:sp>
      <p:sp>
        <p:nvSpPr>
          <p:cNvPr id="12" name="SmartArt Placeholder 11">
            <a:extLst>
              <a:ext uri="{FF2B5EF4-FFF2-40B4-BE49-F238E27FC236}">
                <a16:creationId xmlns:a16="http://schemas.microsoft.com/office/drawing/2014/main" id="{CC855A49-14E5-453A-4AAE-9D55DDBC3682}"/>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655944287"/>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x Text and Picture horizontal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2816225"/>
            <a:ext cx="3671889" cy="346074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5615" y="2816225"/>
            <a:ext cx="3671889" cy="3460749"/>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8144990" y="2816225"/>
            <a:ext cx="3671889" cy="346074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260032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38BCFDEC-EEB4-FB94-494B-7A6B7C8104D6}"/>
              </a:ext>
            </a:extLst>
          </p:cNvPr>
          <p:cNvSpPr>
            <a:spLocks noGrp="1"/>
          </p:cNvSpPr>
          <p:nvPr>
            <p:ph type="dt" sz="half" idx="16"/>
          </p:nvPr>
        </p:nvSpPr>
        <p:spPr/>
        <p:txBody>
          <a:bodyPr/>
          <a:lstStyle/>
          <a:p>
            <a:endParaRPr lang="en-US" dirty="0"/>
          </a:p>
        </p:txBody>
      </p:sp>
      <p:sp>
        <p:nvSpPr>
          <p:cNvPr id="10" name="Fußzeilenplatzhalter 9">
            <a:extLst>
              <a:ext uri="{FF2B5EF4-FFF2-40B4-BE49-F238E27FC236}">
                <a16:creationId xmlns:a16="http://schemas.microsoft.com/office/drawing/2014/main" id="{E38CEE48-7318-2C48-A4DB-0374240E6DCA}"/>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E2A6EAAC-D781-C247-456C-6DDB93810FE7}"/>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517281496"/>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and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09EC190A-F91D-A63D-5DE6-284075CC06D4}"/>
              </a:ext>
            </a:extLst>
          </p:cNvPr>
          <p:cNvSpPr>
            <a:spLocks noGrp="1"/>
          </p:cNvSpPr>
          <p:nvPr>
            <p:ph type="dt" sz="half" idx="16"/>
          </p:nvPr>
        </p:nvSpPr>
        <p:spPr/>
        <p:txBody>
          <a:bodyPr/>
          <a:lstStyle/>
          <a:p>
            <a:endParaRPr lang="en-US" dirty="0"/>
          </a:p>
        </p:txBody>
      </p:sp>
      <p:sp>
        <p:nvSpPr>
          <p:cNvPr id="9" name="Fußzeilenplatzhalter 8">
            <a:extLst>
              <a:ext uri="{FF2B5EF4-FFF2-40B4-BE49-F238E27FC236}">
                <a16:creationId xmlns:a16="http://schemas.microsoft.com/office/drawing/2014/main" id="{7D6DBFAC-7948-6CD4-F795-0F6575875140}"/>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1806FD95-1722-01B2-D054-0F1C46053F92}"/>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119593390"/>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and 2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6203948"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50" y="-1"/>
            <a:ext cx="598805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E289A028-6BAD-57D6-0C99-2E2EE8D2385C}"/>
              </a:ext>
            </a:extLst>
          </p:cNvPr>
          <p:cNvSpPr>
            <a:spLocks noGrp="1"/>
          </p:cNvSpPr>
          <p:nvPr>
            <p:ph type="dt" sz="half" idx="17"/>
          </p:nvPr>
        </p:nvSpPr>
        <p:spPr/>
        <p:txBody>
          <a:bodyPr/>
          <a:lstStyle/>
          <a:p>
            <a:endParaRPr lang="en-US" dirty="0"/>
          </a:p>
        </p:txBody>
      </p:sp>
      <p:sp>
        <p:nvSpPr>
          <p:cNvPr id="10" name="Fußzeilenplatzhalter 9">
            <a:extLst>
              <a:ext uri="{FF2B5EF4-FFF2-40B4-BE49-F238E27FC236}">
                <a16:creationId xmlns:a16="http://schemas.microsoft.com/office/drawing/2014/main" id="{FF70BBC8-26C8-72F5-7017-C4E9ADC51106}"/>
              </a:ext>
            </a:extLst>
          </p:cNvPr>
          <p:cNvSpPr>
            <a:spLocks noGrp="1"/>
          </p:cNvSpPr>
          <p:nvPr>
            <p:ph type="ftr" sz="quarter" idx="18"/>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14220114-93CE-7986-FBD4-6B87CC84D154}"/>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000197724"/>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and 3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4041775"/>
            <a:ext cx="3671886"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4259261"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59263" y="-1"/>
            <a:ext cx="3889375"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B0C0D4B8-0642-DA51-02B4-CD518D792A13}"/>
              </a:ext>
            </a:extLst>
          </p:cNvPr>
          <p:cNvSpPr>
            <a:spLocks noGrp="1"/>
          </p:cNvSpPr>
          <p:nvPr>
            <p:ph type="pic" sz="quarter" idx="17" hasCustomPrompt="1"/>
          </p:nvPr>
        </p:nvSpPr>
        <p:spPr bwMode="gray">
          <a:xfrm>
            <a:off x="8148638" y="-1"/>
            <a:ext cx="404336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94F7FD17-6F08-455B-89F3-014E426ED5A9}"/>
              </a:ext>
            </a:extLst>
          </p:cNvPr>
          <p:cNvSpPr>
            <a:spLocks noGrp="1"/>
          </p:cNvSpPr>
          <p:nvPr>
            <p:ph type="dt" sz="half" idx="18"/>
          </p:nvPr>
        </p:nvSpPr>
        <p:spPr/>
        <p:txBody>
          <a:bodyPr/>
          <a:lstStyle/>
          <a:p>
            <a:endParaRPr lang="en-US" dirty="0"/>
          </a:p>
        </p:txBody>
      </p:sp>
      <p:sp>
        <p:nvSpPr>
          <p:cNvPr id="11" name="Fußzeilenplatzhalter 10">
            <a:extLst>
              <a:ext uri="{FF2B5EF4-FFF2-40B4-BE49-F238E27FC236}">
                <a16:creationId xmlns:a16="http://schemas.microsoft.com/office/drawing/2014/main" id="{295BB98B-CA7B-1291-9702-334ACEEE83D2}"/>
              </a:ext>
            </a:extLst>
          </p:cNvPr>
          <p:cNvSpPr>
            <a:spLocks noGrp="1"/>
          </p:cNvSpPr>
          <p:nvPr>
            <p:ph type="ftr" sz="quarter" idx="19"/>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49F8E6D6-952F-6259-CB3F-D9FD0CF614AC}"/>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828397372"/>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and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Datumsplatzhalter 3">
            <a:extLst>
              <a:ext uri="{FF2B5EF4-FFF2-40B4-BE49-F238E27FC236}">
                <a16:creationId xmlns:a16="http://schemas.microsoft.com/office/drawing/2014/main" id="{91C3AEDD-A574-4DAF-D1EC-A27C2292DE65}"/>
              </a:ext>
            </a:extLst>
          </p:cNvPr>
          <p:cNvSpPr>
            <a:spLocks noGrp="1"/>
          </p:cNvSpPr>
          <p:nvPr>
            <p:ph type="dt" sz="half" idx="16"/>
          </p:nvPr>
        </p:nvSpPr>
        <p:spPr/>
        <p:txBody>
          <a:bodyPr/>
          <a:lstStyle/>
          <a:p>
            <a:endParaRPr lang="en-US" dirty="0"/>
          </a:p>
        </p:txBody>
      </p:sp>
      <p:sp>
        <p:nvSpPr>
          <p:cNvPr id="9" name="Fußzeilenplatzhalter 8">
            <a:extLst>
              <a:ext uri="{FF2B5EF4-FFF2-40B4-BE49-F238E27FC236}">
                <a16:creationId xmlns:a16="http://schemas.microsoft.com/office/drawing/2014/main" id="{CF58EBD7-6711-442F-F11B-AEE90C03C903}"/>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88F5ADB7-1DE3-CF4C-2772-4A7CBBB483EE}"/>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532149840"/>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and 2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08F79B48-DA81-CB7D-4184-C12044C47126}"/>
              </a:ext>
            </a:extLst>
          </p:cNvPr>
          <p:cNvSpPr>
            <a:spLocks noGrp="1"/>
          </p:cNvSpPr>
          <p:nvPr>
            <p:ph type="pic" sz="quarter" idx="15" hasCustomPrompt="1"/>
          </p:nvPr>
        </p:nvSpPr>
        <p:spPr bwMode="gray">
          <a:xfrm>
            <a:off x="2" y="-1"/>
            <a:ext cx="6203948"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3DB8F0C-439C-6E68-E1D6-2CD9C93ACEFE}"/>
              </a:ext>
            </a:extLst>
          </p:cNvPr>
          <p:cNvSpPr>
            <a:spLocks noGrp="1"/>
          </p:cNvSpPr>
          <p:nvPr>
            <p:ph type="pic" sz="quarter" idx="16" hasCustomPrompt="1"/>
          </p:nvPr>
        </p:nvSpPr>
        <p:spPr bwMode="gray">
          <a:xfrm>
            <a:off x="6203950" y="-1"/>
            <a:ext cx="598804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CC26F2CC-FD06-0D05-F9BC-EA3577B02BAF}"/>
              </a:ext>
            </a:extLst>
          </p:cNvPr>
          <p:cNvSpPr>
            <a:spLocks noGrp="1"/>
          </p:cNvSpPr>
          <p:nvPr>
            <p:ph type="dt" sz="half" idx="17"/>
          </p:nvPr>
        </p:nvSpPr>
        <p:spPr/>
        <p:txBody>
          <a:bodyPr/>
          <a:lstStyle/>
          <a:p>
            <a:endParaRPr lang="en-US" dirty="0"/>
          </a:p>
        </p:txBody>
      </p:sp>
      <p:sp>
        <p:nvSpPr>
          <p:cNvPr id="10" name="Fußzeilenplatzhalter 9">
            <a:extLst>
              <a:ext uri="{FF2B5EF4-FFF2-40B4-BE49-F238E27FC236}">
                <a16:creationId xmlns:a16="http://schemas.microsoft.com/office/drawing/2014/main" id="{4B56F4D1-3BED-CF11-4CA9-195A2857302A}"/>
              </a:ext>
            </a:extLst>
          </p:cNvPr>
          <p:cNvSpPr>
            <a:spLocks noGrp="1"/>
          </p:cNvSpPr>
          <p:nvPr>
            <p:ph type="ftr" sz="quarter" idx="18"/>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682BB5B3-0CF3-C297-3B12-70918709FF86}"/>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936543816"/>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and 3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D81F5719-88F7-8122-30E7-C4EDDE47BEB0}"/>
              </a:ext>
            </a:extLst>
          </p:cNvPr>
          <p:cNvSpPr>
            <a:spLocks noGrp="1"/>
          </p:cNvSpPr>
          <p:nvPr>
            <p:ph type="pic" sz="quarter" idx="15" hasCustomPrompt="1"/>
          </p:nvPr>
        </p:nvSpPr>
        <p:spPr bwMode="gray">
          <a:xfrm>
            <a:off x="1" y="0"/>
            <a:ext cx="42592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DF833069-8A51-2788-517E-244A50E9A0E2}"/>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8FBD7F7D-0AAE-6C8E-E25F-AD0146EE9DC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ECC866A8-34DE-9962-F35F-CD5302351129}"/>
              </a:ext>
            </a:extLst>
          </p:cNvPr>
          <p:cNvSpPr>
            <a:spLocks noGrp="1"/>
          </p:cNvSpPr>
          <p:nvPr>
            <p:ph type="dt" sz="half" idx="19"/>
          </p:nvPr>
        </p:nvSpPr>
        <p:spPr/>
        <p:txBody>
          <a:bodyPr/>
          <a:lstStyle/>
          <a:p>
            <a:endParaRPr lang="en-US" dirty="0"/>
          </a:p>
        </p:txBody>
      </p:sp>
      <p:sp>
        <p:nvSpPr>
          <p:cNvPr id="9" name="Fußzeilenplatzhalter 8">
            <a:extLst>
              <a:ext uri="{FF2B5EF4-FFF2-40B4-BE49-F238E27FC236}">
                <a16:creationId xmlns:a16="http://schemas.microsoft.com/office/drawing/2014/main" id="{CD73AD41-5895-7F97-5F11-9EE28D617619}"/>
              </a:ext>
            </a:extLst>
          </p:cNvPr>
          <p:cNvSpPr>
            <a:spLocks noGrp="1"/>
          </p:cNvSpPr>
          <p:nvPr>
            <p:ph type="ftr" sz="quarter" idx="20"/>
          </p:nvPr>
        </p:nvSpPr>
        <p:spPr/>
        <p:txBody>
          <a:bodyPr/>
          <a:lstStyle/>
          <a:p>
            <a:r>
              <a:rPr lang="en-US"/>
              <a:t>Case Studies/ V-SUM-Integration  - C01-S • CRC 1608 Strategic Project to C01 • Patrick Grycz • 20.07.2026</a:t>
            </a:r>
            <a:endParaRPr lang="en-US" dirty="0"/>
          </a:p>
        </p:txBody>
      </p:sp>
      <p:sp>
        <p:nvSpPr>
          <p:cNvPr id="10" name="Foliennummernplatzhalter 9">
            <a:extLst>
              <a:ext uri="{FF2B5EF4-FFF2-40B4-BE49-F238E27FC236}">
                <a16:creationId xmlns:a16="http://schemas.microsoft.com/office/drawing/2014/main" id="{AC39AA92-697F-9C87-7391-FD2148F379B1}"/>
              </a:ext>
            </a:extLst>
          </p:cNvPr>
          <p:cNvSpPr>
            <a:spLocks noGrp="1"/>
          </p:cNvSpPr>
          <p:nvPr>
            <p:ph type="sldNum" sz="quarter" idx="21"/>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598885633"/>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and 4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1" name="Bildplatzhalter 15">
            <a:extLst>
              <a:ext uri="{FF2B5EF4-FFF2-40B4-BE49-F238E27FC236}">
                <a16:creationId xmlns:a16="http://schemas.microsoft.com/office/drawing/2014/main" id="{57221ED0-08B5-804A-A5D3-858C1FBF65E7}"/>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2C1B9B64-2441-8357-F153-985A05DAB7A6}"/>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Bildplatzhalter 15">
            <a:extLst>
              <a:ext uri="{FF2B5EF4-FFF2-40B4-BE49-F238E27FC236}">
                <a16:creationId xmlns:a16="http://schemas.microsoft.com/office/drawing/2014/main" id="{3B17586A-9CCE-8295-2F97-E528DD0C3C8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0C7BBDAF-B20D-60D9-3199-BC0FA5A0FEA8}"/>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E3B07C1E-75AF-D661-9B0E-FB6406930C72}"/>
              </a:ext>
            </a:extLst>
          </p:cNvPr>
          <p:cNvSpPr>
            <a:spLocks noGrp="1"/>
          </p:cNvSpPr>
          <p:nvPr>
            <p:ph type="dt" sz="half" idx="21"/>
          </p:nvPr>
        </p:nvSpPr>
        <p:spPr/>
        <p:txBody>
          <a:bodyPr/>
          <a:lstStyle/>
          <a:p>
            <a:endParaRPr lang="en-US" dirty="0"/>
          </a:p>
        </p:txBody>
      </p:sp>
      <p:sp>
        <p:nvSpPr>
          <p:cNvPr id="7" name="Fußzeilenplatzhalter 6">
            <a:extLst>
              <a:ext uri="{FF2B5EF4-FFF2-40B4-BE49-F238E27FC236}">
                <a16:creationId xmlns:a16="http://schemas.microsoft.com/office/drawing/2014/main" id="{6F2A8345-FC50-948A-F811-0B4575026B2F}"/>
              </a:ext>
            </a:extLst>
          </p:cNvPr>
          <p:cNvSpPr>
            <a:spLocks noGrp="1"/>
          </p:cNvSpPr>
          <p:nvPr>
            <p:ph type="ftr" sz="quarter" idx="22"/>
          </p:nvPr>
        </p:nvSpPr>
        <p:spPr/>
        <p:txBody>
          <a:bodyPr/>
          <a:lstStyle/>
          <a:p>
            <a:r>
              <a:rPr lang="en-US"/>
              <a:t>Case Studies/ V-SUM-Integration  - C01-S • CRC 1608 Strategic Project to C01 • Patrick Grycz • 20.07.2026</a:t>
            </a:r>
            <a:endParaRPr lang="en-US" dirty="0"/>
          </a:p>
        </p:txBody>
      </p:sp>
      <p:sp>
        <p:nvSpPr>
          <p:cNvPr id="9" name="Foliennummernplatzhalter 8">
            <a:extLst>
              <a:ext uri="{FF2B5EF4-FFF2-40B4-BE49-F238E27FC236}">
                <a16:creationId xmlns:a16="http://schemas.microsoft.com/office/drawing/2014/main" id="{F9AA0923-C682-650B-E243-7EC5A1EB5715}"/>
              </a:ext>
            </a:extLst>
          </p:cNvPr>
          <p:cNvSpPr>
            <a:spLocks noGrp="1"/>
          </p:cNvSpPr>
          <p:nvPr>
            <p:ph type="sldNum" sz="quarter" idx="23"/>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479842713"/>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and 5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3" name="Bildplatzhalter 15">
            <a:extLst>
              <a:ext uri="{FF2B5EF4-FFF2-40B4-BE49-F238E27FC236}">
                <a16:creationId xmlns:a16="http://schemas.microsoft.com/office/drawing/2014/main" id="{5DC53031-0D17-F341-B556-CAB21B21AD95}"/>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621CD60-0EEE-8EE1-2413-15ACFBB4FD0F}"/>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Bildplatzhalter 15">
            <a:extLst>
              <a:ext uri="{FF2B5EF4-FFF2-40B4-BE49-F238E27FC236}">
                <a16:creationId xmlns:a16="http://schemas.microsoft.com/office/drawing/2014/main" id="{7834F377-608A-1764-2D89-CC39A31EDCCD}"/>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4C11F33F-4952-0822-BD29-5112BEE9D3DF}"/>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E636C18E-9864-2F8B-F6CA-5E977141C9D2}"/>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481462F4-7E9B-9816-7A91-CD63748EFFA7}"/>
              </a:ext>
            </a:extLst>
          </p:cNvPr>
          <p:cNvSpPr>
            <a:spLocks noGrp="1"/>
          </p:cNvSpPr>
          <p:nvPr>
            <p:ph type="dt" sz="half" idx="25"/>
          </p:nvPr>
        </p:nvSpPr>
        <p:spPr/>
        <p:txBody>
          <a:bodyPr/>
          <a:lstStyle/>
          <a:p>
            <a:endParaRPr lang="en-US" dirty="0"/>
          </a:p>
        </p:txBody>
      </p:sp>
      <p:sp>
        <p:nvSpPr>
          <p:cNvPr id="13" name="Fußzeilenplatzhalter 12">
            <a:extLst>
              <a:ext uri="{FF2B5EF4-FFF2-40B4-BE49-F238E27FC236}">
                <a16:creationId xmlns:a16="http://schemas.microsoft.com/office/drawing/2014/main" id="{C2F10F94-6302-EFB2-67BF-534AEC1DF945}"/>
              </a:ext>
            </a:extLst>
          </p:cNvPr>
          <p:cNvSpPr>
            <a:spLocks noGrp="1"/>
          </p:cNvSpPr>
          <p:nvPr>
            <p:ph type="ftr" sz="quarter" idx="26"/>
          </p:nvPr>
        </p:nvSpPr>
        <p:spPr/>
        <p:txBody>
          <a:bodyPr/>
          <a:lstStyle/>
          <a:p>
            <a:r>
              <a:rPr lang="en-US"/>
              <a:t>Case Studies/ V-SUM-Integration  - C01-S • CRC 1608 Strategic Project to C01 • Patrick Grycz • 20.07.2026</a:t>
            </a:r>
            <a:endParaRPr lang="en-US" dirty="0"/>
          </a:p>
        </p:txBody>
      </p:sp>
      <p:sp>
        <p:nvSpPr>
          <p:cNvPr id="14" name="Foliennummernplatzhalter 13">
            <a:extLst>
              <a:ext uri="{FF2B5EF4-FFF2-40B4-BE49-F238E27FC236}">
                <a16:creationId xmlns:a16="http://schemas.microsoft.com/office/drawing/2014/main" id="{3E4D86CD-F0F0-D953-FC70-25716FFC7015}"/>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87990379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and 6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3" name="Bildplatzhalter 15">
            <a:extLst>
              <a:ext uri="{FF2B5EF4-FFF2-40B4-BE49-F238E27FC236}">
                <a16:creationId xmlns:a16="http://schemas.microsoft.com/office/drawing/2014/main" id="{06B3F9A9-7D44-E3D9-34C3-186B5CE72C70}"/>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487580F0-10F0-597D-B74B-3AA53C72CB5F}"/>
              </a:ext>
            </a:extLst>
          </p:cNvPr>
          <p:cNvSpPr>
            <a:spLocks noGrp="1"/>
          </p:cNvSpPr>
          <p:nvPr>
            <p:ph type="pic" sz="quarter" idx="16" hasCustomPrompt="1"/>
          </p:nvPr>
        </p:nvSpPr>
        <p:spPr bwMode="gray">
          <a:xfrm>
            <a:off x="4259263" y="0"/>
            <a:ext cx="3889375"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Bildplatzhalter 15">
            <a:extLst>
              <a:ext uri="{FF2B5EF4-FFF2-40B4-BE49-F238E27FC236}">
                <a16:creationId xmlns:a16="http://schemas.microsoft.com/office/drawing/2014/main" id="{479D4CF8-3CF2-33EE-3E52-E67D33D232A2}"/>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6" name="Bildplatzhalter 15">
            <a:extLst>
              <a:ext uri="{FF2B5EF4-FFF2-40B4-BE49-F238E27FC236}">
                <a16:creationId xmlns:a16="http://schemas.microsoft.com/office/drawing/2014/main" id="{681FE394-9FBF-7254-E399-7BF501CFF5E1}"/>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Bildplatzhalter 15">
            <a:extLst>
              <a:ext uri="{FF2B5EF4-FFF2-40B4-BE49-F238E27FC236}">
                <a16:creationId xmlns:a16="http://schemas.microsoft.com/office/drawing/2014/main" id="{2EC1BE5C-58BE-A28F-D48F-AACC647D303F}"/>
              </a:ext>
            </a:extLst>
          </p:cNvPr>
          <p:cNvSpPr>
            <a:spLocks noGrp="1"/>
          </p:cNvSpPr>
          <p:nvPr>
            <p:ph type="pic" sz="quarter" idx="22" hasCustomPrompt="1"/>
          </p:nvPr>
        </p:nvSpPr>
        <p:spPr bwMode="gray">
          <a:xfrm>
            <a:off x="4259262" y="2528900"/>
            <a:ext cx="3889375"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8" name="Bildplatzhalter 15">
            <a:extLst>
              <a:ext uri="{FF2B5EF4-FFF2-40B4-BE49-F238E27FC236}">
                <a16:creationId xmlns:a16="http://schemas.microsoft.com/office/drawing/2014/main" id="{A1CE0C82-8D00-6128-A723-75FB35F9E4B9}"/>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21D9D3A7-656E-5EF8-DC21-9E4100AD724C}"/>
              </a:ext>
            </a:extLst>
          </p:cNvPr>
          <p:cNvSpPr>
            <a:spLocks noGrp="1"/>
          </p:cNvSpPr>
          <p:nvPr>
            <p:ph type="dt" sz="half" idx="25"/>
          </p:nvPr>
        </p:nvSpPr>
        <p:spPr/>
        <p:txBody>
          <a:bodyPr/>
          <a:lstStyle/>
          <a:p>
            <a:endParaRPr lang="en-US" dirty="0"/>
          </a:p>
        </p:txBody>
      </p:sp>
      <p:sp>
        <p:nvSpPr>
          <p:cNvPr id="4" name="Fußzeilenplatzhalter 3">
            <a:extLst>
              <a:ext uri="{FF2B5EF4-FFF2-40B4-BE49-F238E27FC236}">
                <a16:creationId xmlns:a16="http://schemas.microsoft.com/office/drawing/2014/main" id="{F115DD17-D1C2-CAD1-2B57-987C840DD93B}"/>
              </a:ext>
            </a:extLst>
          </p:cNvPr>
          <p:cNvSpPr>
            <a:spLocks noGrp="1"/>
          </p:cNvSpPr>
          <p:nvPr>
            <p:ph type="ftr" sz="quarter" idx="26"/>
          </p:nvPr>
        </p:nvSpPr>
        <p:spPr/>
        <p:txBody>
          <a:bodyPr/>
          <a:lstStyle/>
          <a:p>
            <a:r>
              <a:rPr lang="en-US"/>
              <a:t>Case Studies/ V-SUM-Integration  - C01-S • CRC 1608 Strategic Project to C01 • Patrick Grycz • 20.07.2026</a:t>
            </a:r>
            <a:endParaRPr lang="en-US" dirty="0"/>
          </a:p>
        </p:txBody>
      </p:sp>
      <p:sp>
        <p:nvSpPr>
          <p:cNvPr id="7" name="Foliennummernplatzhalter 6">
            <a:extLst>
              <a:ext uri="{FF2B5EF4-FFF2-40B4-BE49-F238E27FC236}">
                <a16:creationId xmlns:a16="http://schemas.microsoft.com/office/drawing/2014/main" id="{D4FC4E6F-39C1-2BF6-B3CD-824ACF396079}"/>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33934195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and Picture">
    <p:bg>
      <p:bgPr>
        <a:solidFill>
          <a:schemeClr val="tx1"/>
        </a:solidFill>
        <a:effectLst/>
      </p:bgPr>
    </p:bg>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6858001"/>
          </a:xfrm>
        </p:spPr>
        <p:txBody>
          <a:bodyPr tIns="900000" anchor="ctr"/>
          <a:lstStyle>
            <a:lvl1pPr algn="ctr">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7561263" cy="1011236"/>
          </a:xfrm>
        </p:spPr>
        <p:txBody>
          <a:bodyPr tIns="0"/>
          <a:lstStyle>
            <a:lvl1pPr>
              <a:defRPr>
                <a:solidFill>
                  <a:schemeClr val="bg1"/>
                </a:solidFill>
              </a:defRPr>
            </a:lvl1pPr>
          </a:lstStyle>
          <a:p>
            <a:r>
              <a:rPr lang="en-US" dirty="0"/>
              <a:t>Add Title</a:t>
            </a:r>
          </a:p>
        </p:txBody>
      </p:sp>
      <p:sp>
        <p:nvSpPr>
          <p:cNvPr id="5" name="Rechteck 4">
            <a:extLst>
              <a:ext uri="{FF2B5EF4-FFF2-40B4-BE49-F238E27FC236}">
                <a16:creationId xmlns:a16="http://schemas.microsoft.com/office/drawing/2014/main" id="{94A93AEE-C09B-11EE-62B2-D258B26B0D2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A26D7894-F140-1F47-D2F6-229CD2C494F5}"/>
              </a:ext>
            </a:extLst>
          </p:cNvPr>
          <p:cNvSpPr>
            <a:spLocks noGrp="1"/>
          </p:cNvSpPr>
          <p:nvPr>
            <p:ph type="dt" sz="half" idx="16"/>
          </p:nvPr>
        </p:nvSpPr>
        <p:spPr/>
        <p:txBody>
          <a:bodyPr/>
          <a:lstStyle>
            <a:lvl1pPr>
              <a:defRPr>
                <a:solidFill>
                  <a:schemeClr val="bg1"/>
                </a:solidFill>
              </a:defRPr>
            </a:lvl1pPr>
          </a:lstStyle>
          <a:p>
            <a:endParaRPr lang="en-US" dirty="0"/>
          </a:p>
        </p:txBody>
      </p:sp>
      <p:sp>
        <p:nvSpPr>
          <p:cNvPr id="11" name="Fußzeilenplatzhalter 10">
            <a:extLst>
              <a:ext uri="{FF2B5EF4-FFF2-40B4-BE49-F238E27FC236}">
                <a16:creationId xmlns:a16="http://schemas.microsoft.com/office/drawing/2014/main" id="{60435903-70F1-B75C-C10A-BC04CBD3B6F7}"/>
              </a:ext>
            </a:extLst>
          </p:cNvPr>
          <p:cNvSpPr>
            <a:spLocks noGrp="1"/>
          </p:cNvSpPr>
          <p:nvPr>
            <p:ph type="ftr" sz="quarter" idx="17"/>
          </p:nvPr>
        </p:nvSpPr>
        <p:spPr/>
        <p:txBody>
          <a:bodyPr/>
          <a:lstStyle>
            <a:lvl1pPr>
              <a:defRPr>
                <a:solidFill>
                  <a:schemeClr val="bg1"/>
                </a:solidFill>
              </a:defRPr>
            </a:lvl1p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5C091A42-6A7C-132E-E5ED-A7A2F10231A4}"/>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AF2A633C-85DA-E08F-E985-EE1D753E33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591496624"/>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x Text und 2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9"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5265738"/>
            <a:ext cx="5616575" cy="1011236"/>
          </a:xfrm>
        </p:spPr>
        <p:txBody>
          <a:bodyPr/>
          <a:lstStyle/>
          <a:p>
            <a:pPr lvl="0"/>
            <a:r>
              <a:rPr lang="en-US" dirty="0"/>
              <a:t>Add text</a:t>
            </a:r>
          </a:p>
        </p:txBody>
      </p:sp>
      <p:sp>
        <p:nvSpPr>
          <p:cNvPr id="2" name="Datumsplatzhalter 1">
            <a:extLst>
              <a:ext uri="{FF2B5EF4-FFF2-40B4-BE49-F238E27FC236}">
                <a16:creationId xmlns:a16="http://schemas.microsoft.com/office/drawing/2014/main" id="{1EE3343F-20F8-0E46-42FA-821D2026B50E}"/>
              </a:ext>
            </a:extLst>
          </p:cNvPr>
          <p:cNvSpPr>
            <a:spLocks noGrp="1"/>
          </p:cNvSpPr>
          <p:nvPr>
            <p:ph type="dt" sz="half" idx="18"/>
          </p:nvPr>
        </p:nvSpPr>
        <p:spPr/>
        <p:txBody>
          <a:bodyPr/>
          <a:lstStyle/>
          <a:p>
            <a:endParaRPr lang="en-US" dirty="0"/>
          </a:p>
        </p:txBody>
      </p:sp>
      <p:sp>
        <p:nvSpPr>
          <p:cNvPr id="11" name="Fußzeilenplatzhalter 10">
            <a:extLst>
              <a:ext uri="{FF2B5EF4-FFF2-40B4-BE49-F238E27FC236}">
                <a16:creationId xmlns:a16="http://schemas.microsoft.com/office/drawing/2014/main" id="{57DF4F2F-5D04-4C9E-307B-30037ABC94A6}"/>
              </a:ext>
            </a:extLst>
          </p:cNvPr>
          <p:cNvSpPr>
            <a:spLocks noGrp="1"/>
          </p:cNvSpPr>
          <p:nvPr>
            <p:ph type="ftr" sz="quarter" idx="19"/>
          </p:nvPr>
        </p:nvSpPr>
        <p:spPr/>
        <p:txBody>
          <a:bodyPr/>
          <a:lstStyle/>
          <a:p>
            <a:r>
              <a:rPr lang="en-US"/>
              <a:t>Case Studies/ V-SUM-Integration  - C01-S • CRC 1608 Strategic Project to C01 • Patrick Grycz • 20.07.2026</a:t>
            </a:r>
            <a:endParaRPr lang="en-US" dirty="0"/>
          </a:p>
        </p:txBody>
      </p:sp>
      <p:sp>
        <p:nvSpPr>
          <p:cNvPr id="12" name="Foliennummernplatzhalter 11">
            <a:extLst>
              <a:ext uri="{FF2B5EF4-FFF2-40B4-BE49-F238E27FC236}">
                <a16:creationId xmlns:a16="http://schemas.microsoft.com/office/drawing/2014/main" id="{D81DB6B4-64B1-EEDE-D757-88A82845A33F}"/>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48070218"/>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x Text und 3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3671889"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9" y="5265738"/>
            <a:ext cx="3671889"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9" y="5265738"/>
            <a:ext cx="3671889" cy="1011236"/>
          </a:xfrm>
        </p:spPr>
        <p:txBody>
          <a:bodyPr/>
          <a:lstStyle/>
          <a:p>
            <a:pPr lvl="0"/>
            <a:r>
              <a:rPr lang="en-US" dirty="0"/>
              <a:t>Add text</a:t>
            </a:r>
          </a:p>
        </p:txBody>
      </p:sp>
      <p:sp>
        <p:nvSpPr>
          <p:cNvPr id="12" name="Datumsplatzhalter 11">
            <a:extLst>
              <a:ext uri="{FF2B5EF4-FFF2-40B4-BE49-F238E27FC236}">
                <a16:creationId xmlns:a16="http://schemas.microsoft.com/office/drawing/2014/main" id="{CDF1D0DD-152A-CD72-F7A9-948FA54C7916}"/>
              </a:ext>
            </a:extLst>
          </p:cNvPr>
          <p:cNvSpPr>
            <a:spLocks noGrp="1"/>
          </p:cNvSpPr>
          <p:nvPr>
            <p:ph type="dt" sz="half" idx="20"/>
          </p:nvPr>
        </p:nvSpPr>
        <p:spPr/>
        <p:txBody>
          <a:bodyPr/>
          <a:lstStyle/>
          <a:p>
            <a:endParaRPr lang="en-US" dirty="0"/>
          </a:p>
        </p:txBody>
      </p:sp>
      <p:sp>
        <p:nvSpPr>
          <p:cNvPr id="13" name="Fußzeilenplatzhalter 12">
            <a:extLst>
              <a:ext uri="{FF2B5EF4-FFF2-40B4-BE49-F238E27FC236}">
                <a16:creationId xmlns:a16="http://schemas.microsoft.com/office/drawing/2014/main" id="{10188A5A-13A0-E431-44B3-E58A8A6D0DD6}"/>
              </a:ext>
            </a:extLst>
          </p:cNvPr>
          <p:cNvSpPr>
            <a:spLocks noGrp="1"/>
          </p:cNvSpPr>
          <p:nvPr>
            <p:ph type="ftr" sz="quarter" idx="21"/>
          </p:nvPr>
        </p:nvSpPr>
        <p:spPr/>
        <p:txBody>
          <a:bodyPr/>
          <a:lstStyle/>
          <a:p>
            <a:r>
              <a:rPr lang="en-US"/>
              <a:t>Case Studies/ V-SUM-Integration  - C01-S • CRC 1608 Strategic Project to C01 • Patrick Grycz • 20.07.2026</a:t>
            </a:r>
            <a:endParaRPr lang="en-US" dirty="0"/>
          </a:p>
        </p:txBody>
      </p:sp>
      <p:sp>
        <p:nvSpPr>
          <p:cNvPr id="14" name="Foliennummernplatzhalter 13">
            <a:extLst>
              <a:ext uri="{FF2B5EF4-FFF2-40B4-BE49-F238E27FC236}">
                <a16:creationId xmlns:a16="http://schemas.microsoft.com/office/drawing/2014/main" id="{79C41ECA-AF89-1BAD-40AE-C421974015D2}"/>
              </a:ext>
            </a:extLst>
          </p:cNvPr>
          <p:cNvSpPr>
            <a:spLocks noGrp="1"/>
          </p:cNvSpPr>
          <p:nvPr>
            <p:ph type="sldNum" sz="quarter" idx="22"/>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28701711"/>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x Text und 4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5265738"/>
            <a:ext cx="2700338"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328582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3285827" y="5265738"/>
            <a:ext cx="2700338"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62056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6205687" y="5265738"/>
            <a:ext cx="2700338" cy="1011236"/>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91201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9120187" y="5265738"/>
            <a:ext cx="2700338" cy="1011236"/>
          </a:xfrm>
        </p:spPr>
        <p:txBody>
          <a:bodyPr/>
          <a:lstStyle/>
          <a:p>
            <a:pPr lvl="0"/>
            <a:r>
              <a:rPr lang="en-US" dirty="0"/>
              <a:t>Add text</a:t>
            </a:r>
          </a:p>
        </p:txBody>
      </p:sp>
      <p:sp>
        <p:nvSpPr>
          <p:cNvPr id="14" name="Datumsplatzhalter 13">
            <a:extLst>
              <a:ext uri="{FF2B5EF4-FFF2-40B4-BE49-F238E27FC236}">
                <a16:creationId xmlns:a16="http://schemas.microsoft.com/office/drawing/2014/main" id="{15DC6279-864D-E5B0-0BBF-962E9E50B6FD}"/>
              </a:ext>
            </a:extLst>
          </p:cNvPr>
          <p:cNvSpPr>
            <a:spLocks noGrp="1"/>
          </p:cNvSpPr>
          <p:nvPr>
            <p:ph type="dt" sz="half" idx="22"/>
          </p:nvPr>
        </p:nvSpPr>
        <p:spPr/>
        <p:txBody>
          <a:bodyPr/>
          <a:lstStyle/>
          <a:p>
            <a:endParaRPr lang="en-US" dirty="0"/>
          </a:p>
        </p:txBody>
      </p:sp>
      <p:sp>
        <p:nvSpPr>
          <p:cNvPr id="15" name="Fußzeilenplatzhalter 14">
            <a:extLst>
              <a:ext uri="{FF2B5EF4-FFF2-40B4-BE49-F238E27FC236}">
                <a16:creationId xmlns:a16="http://schemas.microsoft.com/office/drawing/2014/main" id="{3CF6C9B7-B599-4BE6-52FB-051D2A0B3B42}"/>
              </a:ext>
            </a:extLst>
          </p:cNvPr>
          <p:cNvSpPr>
            <a:spLocks noGrp="1"/>
          </p:cNvSpPr>
          <p:nvPr>
            <p:ph type="ftr" sz="quarter" idx="23"/>
          </p:nvPr>
        </p:nvSpPr>
        <p:spPr/>
        <p:txBody>
          <a:bodyPr/>
          <a:lstStyle/>
          <a:p>
            <a:r>
              <a:rPr lang="en-US"/>
              <a:t>Case Studies/ V-SUM-Integration  - C01-S • CRC 1608 Strategic Project to C01 • Patrick Grycz • 20.07.2026</a:t>
            </a:r>
            <a:endParaRPr lang="en-US" dirty="0"/>
          </a:p>
        </p:txBody>
      </p:sp>
      <p:sp>
        <p:nvSpPr>
          <p:cNvPr id="16" name="Foliennummernplatzhalter 15">
            <a:extLst>
              <a:ext uri="{FF2B5EF4-FFF2-40B4-BE49-F238E27FC236}">
                <a16:creationId xmlns:a16="http://schemas.microsoft.com/office/drawing/2014/main" id="{9EAF3799-0F9B-7F03-53B6-D30505ED8E7B}"/>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679832999"/>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5x Text und 5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5"/>
            <a:ext cx="2116800"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704537"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a:xfrm>
            <a:off x="371475" y="368907"/>
            <a:ext cx="11449050" cy="1007455"/>
          </a:xfrm>
        </p:spPr>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704538" y="4041775"/>
            <a:ext cx="2116800" cy="2235199"/>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5037599"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5037600" y="4041775"/>
            <a:ext cx="2116800" cy="2235199"/>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7370661"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7370662" y="4041775"/>
            <a:ext cx="2116800" cy="2235199"/>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9703724"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9703725" y="4041775"/>
            <a:ext cx="2116800" cy="2235199"/>
          </a:xfrm>
        </p:spPr>
        <p:txBody>
          <a:bodyPr/>
          <a:lstStyle/>
          <a:p>
            <a:pPr lvl="0"/>
            <a:r>
              <a:rPr lang="en-US" dirty="0"/>
              <a:t>Add text</a:t>
            </a:r>
          </a:p>
        </p:txBody>
      </p:sp>
      <p:sp>
        <p:nvSpPr>
          <p:cNvPr id="16" name="Datumsplatzhalter 15">
            <a:extLst>
              <a:ext uri="{FF2B5EF4-FFF2-40B4-BE49-F238E27FC236}">
                <a16:creationId xmlns:a16="http://schemas.microsoft.com/office/drawing/2014/main" id="{99193BC6-5DE5-F84B-817B-E27F95FD4E36}"/>
              </a:ext>
            </a:extLst>
          </p:cNvPr>
          <p:cNvSpPr>
            <a:spLocks noGrp="1"/>
          </p:cNvSpPr>
          <p:nvPr>
            <p:ph type="dt" sz="half" idx="24"/>
          </p:nvPr>
        </p:nvSpPr>
        <p:spPr/>
        <p:txBody>
          <a:bodyPr/>
          <a:lstStyle/>
          <a:p>
            <a:endParaRPr lang="en-US" dirty="0"/>
          </a:p>
        </p:txBody>
      </p:sp>
      <p:sp>
        <p:nvSpPr>
          <p:cNvPr id="17" name="Fußzeilenplatzhalter 16">
            <a:extLst>
              <a:ext uri="{FF2B5EF4-FFF2-40B4-BE49-F238E27FC236}">
                <a16:creationId xmlns:a16="http://schemas.microsoft.com/office/drawing/2014/main" id="{A4281E8C-1C19-EF23-952B-CD22CCC9F3BE}"/>
              </a:ext>
            </a:extLst>
          </p:cNvPr>
          <p:cNvSpPr>
            <a:spLocks noGrp="1"/>
          </p:cNvSpPr>
          <p:nvPr>
            <p:ph type="ftr" sz="quarter" idx="25"/>
          </p:nvPr>
        </p:nvSpPr>
        <p:spPr/>
        <p:txBody>
          <a:bodyPr/>
          <a:lstStyle/>
          <a:p>
            <a:r>
              <a:rPr lang="en-US"/>
              <a:t>Case Studies/ V-SUM-Integration  - C01-S • CRC 1608 Strategic Project to C01 • Patrick Grycz • 20.07.2026</a:t>
            </a:r>
            <a:endParaRPr lang="en-US" dirty="0"/>
          </a:p>
        </p:txBody>
      </p:sp>
      <p:sp>
        <p:nvSpPr>
          <p:cNvPr id="18" name="Foliennummernplatzhalter 17">
            <a:extLst>
              <a:ext uri="{FF2B5EF4-FFF2-40B4-BE49-F238E27FC236}">
                <a16:creationId xmlns:a16="http://schemas.microsoft.com/office/drawing/2014/main" id="{C9F951DB-FC7A-C00E-DAB8-004CEF0ABB38}"/>
              </a:ext>
            </a:extLst>
          </p:cNvPr>
          <p:cNvSpPr>
            <a:spLocks noGrp="1"/>
          </p:cNvSpPr>
          <p:nvPr>
            <p:ph type="sldNum" sz="quarter" idx="2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025842435"/>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6x Text und 6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4"/>
            <a:ext cx="1728788" cy="2232025"/>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314574"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314575" y="4041774"/>
            <a:ext cx="1728788" cy="2232025"/>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4259262"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4259263" y="4041774"/>
            <a:ext cx="1728788" cy="2232025"/>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4041774"/>
            <a:ext cx="1728788" cy="2232025"/>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8149231"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8148638" y="4041774"/>
            <a:ext cx="1728788" cy="2232025"/>
          </a:xfrm>
        </p:spPr>
        <p:txBody>
          <a:bodyPr/>
          <a:lstStyle/>
          <a:p>
            <a:pPr lvl="0"/>
            <a:r>
              <a:rPr lang="en-US" dirty="0"/>
              <a:t>Add text</a:t>
            </a:r>
          </a:p>
        </p:txBody>
      </p:sp>
      <p:sp>
        <p:nvSpPr>
          <p:cNvPr id="16" name="Bildplatzhalter 15">
            <a:extLst>
              <a:ext uri="{FF2B5EF4-FFF2-40B4-BE49-F238E27FC236}">
                <a16:creationId xmlns:a16="http://schemas.microsoft.com/office/drawing/2014/main" id="{CDB5A221-6B48-924B-A1FD-6D62179C2077}"/>
              </a:ext>
            </a:extLst>
          </p:cNvPr>
          <p:cNvSpPr>
            <a:spLocks noGrp="1"/>
          </p:cNvSpPr>
          <p:nvPr>
            <p:ph type="pic" sz="quarter" idx="24" hasCustomPrompt="1"/>
          </p:nvPr>
        </p:nvSpPr>
        <p:spPr bwMode="gray">
          <a:xfrm>
            <a:off x="100900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EB10AE12-A5D0-F238-1264-88B90FA440AE}"/>
              </a:ext>
            </a:extLst>
          </p:cNvPr>
          <p:cNvSpPr>
            <a:spLocks noGrp="1"/>
          </p:cNvSpPr>
          <p:nvPr>
            <p:ph type="body" sz="quarter" idx="25" hasCustomPrompt="1"/>
          </p:nvPr>
        </p:nvSpPr>
        <p:spPr bwMode="gray">
          <a:xfrm>
            <a:off x="10090050" y="4041774"/>
            <a:ext cx="1728788" cy="2232025"/>
          </a:xfrm>
        </p:spPr>
        <p:txBody>
          <a:bodyPr/>
          <a:lstStyle/>
          <a:p>
            <a:pPr lvl="0"/>
            <a:r>
              <a:rPr lang="en-US" dirty="0"/>
              <a:t>Add text</a:t>
            </a:r>
          </a:p>
        </p:txBody>
      </p:sp>
      <p:sp>
        <p:nvSpPr>
          <p:cNvPr id="18" name="Datumsplatzhalter 17">
            <a:extLst>
              <a:ext uri="{FF2B5EF4-FFF2-40B4-BE49-F238E27FC236}">
                <a16:creationId xmlns:a16="http://schemas.microsoft.com/office/drawing/2014/main" id="{79DD9CB7-7539-1828-FADA-78A66F2349FA}"/>
              </a:ext>
            </a:extLst>
          </p:cNvPr>
          <p:cNvSpPr>
            <a:spLocks noGrp="1"/>
          </p:cNvSpPr>
          <p:nvPr>
            <p:ph type="dt" sz="half" idx="26"/>
          </p:nvPr>
        </p:nvSpPr>
        <p:spPr/>
        <p:txBody>
          <a:bodyPr/>
          <a:lstStyle/>
          <a:p>
            <a:endParaRPr lang="en-US" dirty="0"/>
          </a:p>
        </p:txBody>
      </p:sp>
      <p:sp>
        <p:nvSpPr>
          <p:cNvPr id="19" name="Fußzeilenplatzhalter 18">
            <a:extLst>
              <a:ext uri="{FF2B5EF4-FFF2-40B4-BE49-F238E27FC236}">
                <a16:creationId xmlns:a16="http://schemas.microsoft.com/office/drawing/2014/main" id="{63BDBE70-17B1-8520-1846-0D0FF5DC7FC7}"/>
              </a:ext>
            </a:extLst>
          </p:cNvPr>
          <p:cNvSpPr>
            <a:spLocks noGrp="1"/>
          </p:cNvSpPr>
          <p:nvPr>
            <p:ph type="ftr" sz="quarter" idx="27"/>
          </p:nvPr>
        </p:nvSpPr>
        <p:spPr/>
        <p:txBody>
          <a:bodyPr/>
          <a:lstStyle/>
          <a:p>
            <a:r>
              <a:rPr lang="en-US"/>
              <a:t>Case Studies/ V-SUM-Integration  - C01-S • CRC 1608 Strategic Project to C01 • Patrick Grycz • 20.07.2026</a:t>
            </a:r>
            <a:endParaRPr lang="en-US" dirty="0"/>
          </a:p>
        </p:txBody>
      </p:sp>
      <p:sp>
        <p:nvSpPr>
          <p:cNvPr id="20" name="Foliennummernplatzhalter 19">
            <a:extLst>
              <a:ext uri="{FF2B5EF4-FFF2-40B4-BE49-F238E27FC236}">
                <a16:creationId xmlns:a16="http://schemas.microsoft.com/office/drawing/2014/main" id="{7D5DEFA5-487F-8348-320F-F21E99551105}"/>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129209108"/>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4x Picture and 4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5616575"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5616574"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8" y="1592262"/>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3360814"/>
            <a:ext cx="5616575"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371475" y="4041775"/>
            <a:ext cx="5616573"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371474" y="5805774"/>
            <a:ext cx="5616573"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4041774"/>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5805774"/>
            <a:ext cx="5616573" cy="464400"/>
          </a:xfrm>
        </p:spPr>
        <p:txBody>
          <a:bodyPr tIns="144000"/>
          <a:lstStyle/>
          <a:p>
            <a:pPr lvl="0"/>
            <a:r>
              <a:rPr lang="en-US" dirty="0"/>
              <a:t>Add text</a:t>
            </a:r>
          </a:p>
        </p:txBody>
      </p:sp>
      <p:sp>
        <p:nvSpPr>
          <p:cNvPr id="14" name="Datumsplatzhalter 13">
            <a:extLst>
              <a:ext uri="{FF2B5EF4-FFF2-40B4-BE49-F238E27FC236}">
                <a16:creationId xmlns:a16="http://schemas.microsoft.com/office/drawing/2014/main" id="{17649989-D9AA-435F-7A4A-0B2A5E1ECF2C}"/>
              </a:ext>
            </a:extLst>
          </p:cNvPr>
          <p:cNvSpPr>
            <a:spLocks noGrp="1"/>
          </p:cNvSpPr>
          <p:nvPr>
            <p:ph type="dt" sz="half" idx="22"/>
          </p:nvPr>
        </p:nvSpPr>
        <p:spPr/>
        <p:txBody>
          <a:bodyPr/>
          <a:lstStyle/>
          <a:p>
            <a:endParaRPr lang="en-US" dirty="0"/>
          </a:p>
        </p:txBody>
      </p:sp>
      <p:sp>
        <p:nvSpPr>
          <p:cNvPr id="15" name="Fußzeilenplatzhalter 14">
            <a:extLst>
              <a:ext uri="{FF2B5EF4-FFF2-40B4-BE49-F238E27FC236}">
                <a16:creationId xmlns:a16="http://schemas.microsoft.com/office/drawing/2014/main" id="{C9F316C1-96F5-A67B-AF23-9ACC6CA9F2A5}"/>
              </a:ext>
            </a:extLst>
          </p:cNvPr>
          <p:cNvSpPr>
            <a:spLocks noGrp="1"/>
          </p:cNvSpPr>
          <p:nvPr>
            <p:ph type="ftr" sz="quarter" idx="23"/>
          </p:nvPr>
        </p:nvSpPr>
        <p:spPr/>
        <p:txBody>
          <a:bodyPr/>
          <a:lstStyle/>
          <a:p>
            <a:r>
              <a:rPr lang="en-US"/>
              <a:t>Case Studies/ V-SUM-Integration  - C01-S • CRC 1608 Strategic Project to C01 • Patrick Grycz • 20.07.2026</a:t>
            </a:r>
            <a:endParaRPr lang="en-US" dirty="0"/>
          </a:p>
        </p:txBody>
      </p:sp>
      <p:sp>
        <p:nvSpPr>
          <p:cNvPr id="16" name="Foliennummernplatzhalter 15">
            <a:extLst>
              <a:ext uri="{FF2B5EF4-FFF2-40B4-BE49-F238E27FC236}">
                <a16:creationId xmlns:a16="http://schemas.microsoft.com/office/drawing/2014/main" id="{D2A681F8-D362-068B-DB53-4422E1236107}"/>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317185981"/>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4x Picture and 6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3671888"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6"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8" y="3360814"/>
            <a:ext cx="3671888"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7" y="1594869"/>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7" y="3358868"/>
            <a:ext cx="3671888"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371475" y="4041774"/>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371474" y="5805774"/>
            <a:ext cx="3671888" cy="464400"/>
          </a:xfrm>
        </p:spPr>
        <p:txBody>
          <a:bodyPr tIns="144000"/>
          <a:lstStyle/>
          <a:p>
            <a:pPr lvl="0"/>
            <a:r>
              <a:rPr lang="en-US" dirty="0"/>
              <a:t>Add text</a:t>
            </a:r>
          </a:p>
        </p:txBody>
      </p:sp>
      <p:sp>
        <p:nvSpPr>
          <p:cNvPr id="14" name="Bildplatzhalter 15">
            <a:extLst>
              <a:ext uri="{FF2B5EF4-FFF2-40B4-BE49-F238E27FC236}">
                <a16:creationId xmlns:a16="http://schemas.microsoft.com/office/drawing/2014/main" id="{DC1FEB43-DE82-8732-4F57-F71B0E7269D8}"/>
              </a:ext>
            </a:extLst>
          </p:cNvPr>
          <p:cNvSpPr>
            <a:spLocks noGrp="1"/>
          </p:cNvSpPr>
          <p:nvPr>
            <p:ph type="pic" sz="quarter" idx="22" hasCustomPrompt="1"/>
          </p:nvPr>
        </p:nvSpPr>
        <p:spPr bwMode="gray">
          <a:xfrm>
            <a:off x="4259260" y="4044948"/>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1677C5CF-B71C-20E0-5EC4-77FF60F7CBCA}"/>
              </a:ext>
            </a:extLst>
          </p:cNvPr>
          <p:cNvSpPr>
            <a:spLocks noGrp="1"/>
          </p:cNvSpPr>
          <p:nvPr>
            <p:ph type="body" sz="quarter" idx="23" hasCustomPrompt="1"/>
          </p:nvPr>
        </p:nvSpPr>
        <p:spPr bwMode="gray">
          <a:xfrm>
            <a:off x="4259262" y="5813500"/>
            <a:ext cx="3671888" cy="463474"/>
          </a:xfrm>
        </p:spPr>
        <p:txBody>
          <a:bodyPr tIns="144000"/>
          <a:lstStyle/>
          <a:p>
            <a:pPr lvl="0"/>
            <a:r>
              <a:rPr lang="en-US" dirty="0"/>
              <a:t>Add text</a:t>
            </a:r>
          </a:p>
        </p:txBody>
      </p:sp>
      <p:sp>
        <p:nvSpPr>
          <p:cNvPr id="16" name="Bildplatzhalter 15">
            <a:extLst>
              <a:ext uri="{FF2B5EF4-FFF2-40B4-BE49-F238E27FC236}">
                <a16:creationId xmlns:a16="http://schemas.microsoft.com/office/drawing/2014/main" id="{DFEEF33F-FBF4-3DE9-D0E5-00A10C7FC562}"/>
              </a:ext>
            </a:extLst>
          </p:cNvPr>
          <p:cNvSpPr>
            <a:spLocks noGrp="1"/>
          </p:cNvSpPr>
          <p:nvPr>
            <p:ph type="pic" sz="quarter" idx="24" hasCustomPrompt="1"/>
          </p:nvPr>
        </p:nvSpPr>
        <p:spPr bwMode="gray">
          <a:xfrm>
            <a:off x="8148637" y="4041773"/>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A36A8A1C-5BB2-98A0-32C5-38F2E40CEFE6}"/>
              </a:ext>
            </a:extLst>
          </p:cNvPr>
          <p:cNvSpPr>
            <a:spLocks noGrp="1"/>
          </p:cNvSpPr>
          <p:nvPr>
            <p:ph type="body" sz="quarter" idx="25" hasCustomPrompt="1"/>
          </p:nvPr>
        </p:nvSpPr>
        <p:spPr bwMode="gray">
          <a:xfrm>
            <a:off x="8148637" y="5805773"/>
            <a:ext cx="3671888" cy="464400"/>
          </a:xfrm>
        </p:spPr>
        <p:txBody>
          <a:bodyPr tIns="144000"/>
          <a:lstStyle/>
          <a:p>
            <a:pPr lvl="0"/>
            <a:r>
              <a:rPr lang="en-US" dirty="0"/>
              <a:t>Add text</a:t>
            </a:r>
          </a:p>
        </p:txBody>
      </p:sp>
      <p:sp>
        <p:nvSpPr>
          <p:cNvPr id="18" name="Datumsplatzhalter 17">
            <a:extLst>
              <a:ext uri="{FF2B5EF4-FFF2-40B4-BE49-F238E27FC236}">
                <a16:creationId xmlns:a16="http://schemas.microsoft.com/office/drawing/2014/main" id="{A5232473-C891-573E-C486-121FF378F57C}"/>
              </a:ext>
            </a:extLst>
          </p:cNvPr>
          <p:cNvSpPr>
            <a:spLocks noGrp="1"/>
          </p:cNvSpPr>
          <p:nvPr>
            <p:ph type="dt" sz="half" idx="26"/>
          </p:nvPr>
        </p:nvSpPr>
        <p:spPr/>
        <p:txBody>
          <a:bodyPr/>
          <a:lstStyle/>
          <a:p>
            <a:endParaRPr lang="en-US" dirty="0"/>
          </a:p>
        </p:txBody>
      </p:sp>
      <p:sp>
        <p:nvSpPr>
          <p:cNvPr id="19" name="Fußzeilenplatzhalter 18">
            <a:extLst>
              <a:ext uri="{FF2B5EF4-FFF2-40B4-BE49-F238E27FC236}">
                <a16:creationId xmlns:a16="http://schemas.microsoft.com/office/drawing/2014/main" id="{7302FC03-B491-A207-7DBA-127BB90729DD}"/>
              </a:ext>
            </a:extLst>
          </p:cNvPr>
          <p:cNvSpPr>
            <a:spLocks noGrp="1"/>
          </p:cNvSpPr>
          <p:nvPr>
            <p:ph type="ftr" sz="quarter" idx="27"/>
          </p:nvPr>
        </p:nvSpPr>
        <p:spPr/>
        <p:txBody>
          <a:bodyPr/>
          <a:lstStyle/>
          <a:p>
            <a:r>
              <a:rPr lang="en-US"/>
              <a:t>Case Studies/ V-SUM-Integration  - C01-S • CRC 1608 Strategic Project to C01 • Patrick Grycz • 20.07.2026</a:t>
            </a:r>
            <a:endParaRPr lang="en-US" dirty="0"/>
          </a:p>
        </p:txBody>
      </p:sp>
      <p:sp>
        <p:nvSpPr>
          <p:cNvPr id="20" name="Foliennummernplatzhalter 19">
            <a:extLst>
              <a:ext uri="{FF2B5EF4-FFF2-40B4-BE49-F238E27FC236}">
                <a16:creationId xmlns:a16="http://schemas.microsoft.com/office/drawing/2014/main" id="{8B67C2D4-3135-E49A-5148-63257685678A}"/>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77943909"/>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7"/>
          </a:xfrm>
        </p:spPr>
        <p:txBody>
          <a:bodyPr/>
          <a:lstStyle>
            <a:lvl1pPr marL="432000" indent="-432000">
              <a:buClrTx/>
              <a:buFont typeface="Franklin Gothic Medium" panose="020B0603020102020204" pitchFamily="34" charset="0"/>
              <a:buChar char="”"/>
              <a:defRPr sz="5000"/>
            </a:lvl1pPr>
          </a:lstStyle>
          <a:p>
            <a:pPr lvl="0"/>
            <a:r>
              <a:rPr lang="en-US" dirty="0"/>
              <a:t>Add text</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9262" y="5265738"/>
            <a:ext cx="3673475" cy="1011236"/>
          </a:xfrm>
        </p:spPr>
        <p:txBody>
          <a:bodyPr anchor="b"/>
          <a:lstStyle>
            <a:lvl1pPr algn="r">
              <a:lnSpc>
                <a:spcPct val="85000"/>
              </a:lnSpc>
              <a:spcBef>
                <a:spcPts val="300"/>
              </a:spcBef>
              <a:spcAft>
                <a:spcPts val="300"/>
              </a:spcAft>
              <a:defRPr sz="18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400" b="0">
                <a:solidFill>
                  <a:schemeClr val="tx1"/>
                </a:solidFill>
              </a:defRPr>
            </a:lvl2pPr>
            <a:lvl3pPr marL="0" indent="0" algn="r">
              <a:lnSpc>
                <a:spcPct val="110000"/>
              </a:lnSpc>
              <a:spcBef>
                <a:spcPts val="300"/>
              </a:spcBef>
              <a:spcAft>
                <a:spcPts val="300"/>
              </a:spcAft>
              <a:buFont typeface="Arial" panose="020B0604020202020204" pitchFamily="34" charset="0"/>
              <a:buNone/>
              <a:defRPr sz="1400" b="0">
                <a:solidFill>
                  <a:schemeClr val="tx1"/>
                </a:solidFill>
              </a:defRPr>
            </a:lvl3pPr>
            <a:lvl4pPr marL="0" indent="0" algn="r">
              <a:lnSpc>
                <a:spcPct val="110000"/>
              </a:lnSpc>
              <a:spcBef>
                <a:spcPts val="300"/>
              </a:spcBef>
              <a:spcAft>
                <a:spcPts val="300"/>
              </a:spcAft>
              <a:buNone/>
              <a:defRPr sz="1400" b="0">
                <a:solidFill>
                  <a:schemeClr val="tx1"/>
                </a:solidFill>
              </a:defRPr>
            </a:lvl4pPr>
            <a:lvl5pPr marL="0" indent="0" algn="r">
              <a:lnSpc>
                <a:spcPct val="110000"/>
              </a:lnSpc>
              <a:spcBef>
                <a:spcPts val="300"/>
              </a:spcBef>
              <a:spcAft>
                <a:spcPts val="300"/>
              </a:spcAft>
              <a:buFont typeface="Arial" panose="020B0604020202020204" pitchFamily="34" charset="0"/>
              <a:buNone/>
              <a:defRPr sz="1400" b="0">
                <a:solidFill>
                  <a:schemeClr val="tx1"/>
                </a:solidFill>
              </a:defRPr>
            </a:lvl5pPr>
            <a:lvl6pPr marL="0" indent="0" algn="r">
              <a:lnSpc>
                <a:spcPct val="110000"/>
              </a:lnSpc>
              <a:spcBef>
                <a:spcPts val="300"/>
              </a:spcBef>
              <a:spcAft>
                <a:spcPts val="300"/>
              </a:spcAft>
              <a:buFont typeface="Arial" panose="020B0604020202020204" pitchFamily="34" charset="0"/>
              <a:buNone/>
              <a:defRPr sz="1400" b="0">
                <a:solidFill>
                  <a:schemeClr val="tx1"/>
                </a:solidFill>
              </a:defRPr>
            </a:lvl6pPr>
            <a:lvl7pPr marL="0" indent="0" algn="r">
              <a:lnSpc>
                <a:spcPct val="110000"/>
              </a:lnSpc>
              <a:spcBef>
                <a:spcPts val="300"/>
              </a:spcBef>
              <a:spcAft>
                <a:spcPts val="300"/>
              </a:spcAft>
              <a:buFont typeface="Arial" panose="020B0604020202020204" pitchFamily="34" charset="0"/>
              <a:buNone/>
              <a:defRPr sz="1400" b="0">
                <a:solidFill>
                  <a:schemeClr val="tx1"/>
                </a:solidFill>
              </a:defRPr>
            </a:lvl7pPr>
            <a:lvl8pPr marL="0" indent="0" algn="r">
              <a:lnSpc>
                <a:spcPct val="110000"/>
              </a:lnSpc>
              <a:spcBef>
                <a:spcPts val="300"/>
              </a:spcBef>
              <a:spcAft>
                <a:spcPts val="300"/>
              </a:spcAft>
              <a:buFont typeface="Arial" panose="020B0604020202020204" pitchFamily="34" charset="0"/>
              <a:buNone/>
              <a:defRPr sz="1400" b="0">
                <a:solidFill>
                  <a:schemeClr val="tx1"/>
                </a:solidFill>
              </a:defRPr>
            </a:lvl8pPr>
            <a:lvl9pPr marL="0" indent="0" algn="r">
              <a:lnSpc>
                <a:spcPct val="110000"/>
              </a:lnSpc>
              <a:spcBef>
                <a:spcPts val="300"/>
              </a:spcBef>
              <a:spcAft>
                <a:spcPts val="300"/>
              </a:spcAft>
              <a:buFont typeface="Arial" panose="020B0604020202020204" pitchFamily="34" charset="0"/>
              <a:buNone/>
              <a:defRPr sz="1400" b="0">
                <a:solidFill>
                  <a:schemeClr val="tx1"/>
                </a:solidFill>
              </a:defRPr>
            </a:lvl9pPr>
          </a:lstStyle>
          <a:p>
            <a:pPr marL="0" marR="0" lvl="0" indent="0" algn="r" defTabSz="914400" rtl="0" eaLnBrk="1" fontAlgn="auto" latinLnBrk="0" hangingPunct="1">
              <a:lnSpc>
                <a:spcPct val="85000"/>
              </a:lnSpc>
              <a:spcBef>
                <a:spcPts val="300"/>
              </a:spcBef>
              <a:spcAft>
                <a:spcPts val="300"/>
              </a:spcAft>
              <a:buClrTx/>
              <a:buSzTx/>
              <a:buFont typeface="Arial" panose="020B0604020202020204" pitchFamily="34" charset="0"/>
              <a:buNone/>
              <a:tabLst/>
              <a:defRPr/>
            </a:pPr>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2"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DA2B4EB0-6F81-8A92-AEB6-3A876DF968E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0B1A5CA9-F444-9ABD-A3CA-65CB055B04B9}"/>
              </a:ext>
            </a:extLst>
          </p:cNvPr>
          <p:cNvSpPr>
            <a:spLocks noGrp="1"/>
          </p:cNvSpPr>
          <p:nvPr>
            <p:ph type="dt" sz="half" idx="16"/>
          </p:nvPr>
        </p:nvSpPr>
        <p:spPr/>
        <p:txBody>
          <a:bodyPr/>
          <a:lstStyle/>
          <a:p>
            <a:endParaRPr lang="en-US" dirty="0"/>
          </a:p>
        </p:txBody>
      </p:sp>
      <p:sp>
        <p:nvSpPr>
          <p:cNvPr id="10" name="Fußzeilenplatzhalter 9">
            <a:extLst>
              <a:ext uri="{FF2B5EF4-FFF2-40B4-BE49-F238E27FC236}">
                <a16:creationId xmlns:a16="http://schemas.microsoft.com/office/drawing/2014/main" id="{5110DDBB-783E-176F-3138-CDB539444CF1}"/>
              </a:ext>
            </a:extLst>
          </p:cNvPr>
          <p:cNvSpPr>
            <a:spLocks noGrp="1"/>
          </p:cNvSpPr>
          <p:nvPr>
            <p:ph type="ftr" sz="quarter" idx="17"/>
          </p:nvPr>
        </p:nvSpPr>
        <p:spPr/>
        <p:txBody>
          <a:body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C1568248-D3ED-9CDD-8765-05A7F7D909A9}"/>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CD118D49-289F-F3C3-A4F7-A7BAA877B06B}"/>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577307234"/>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Highlight Picture">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5000">
                <a:solidFill>
                  <a:schemeClr val="bg1"/>
                </a:solidFill>
              </a:defRPr>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7" cy="1011236"/>
          </a:xfrm>
        </p:spPr>
        <p:txBody>
          <a:bodyPr anchor="t"/>
          <a:lstStyle>
            <a:lvl1pPr algn="r">
              <a:lnSpc>
                <a:spcPct val="85000"/>
              </a:lnSpc>
              <a:spcBef>
                <a:spcPts val="300"/>
              </a:spcBef>
              <a:spcAft>
                <a:spcPts val="300"/>
              </a:spcAft>
              <a:defRPr sz="2000" b="1">
                <a:solidFill>
                  <a:schemeClr val="bg1"/>
                </a:solidFill>
              </a:defRPr>
            </a:lvl1pPr>
            <a:lvl2pPr marL="0" indent="0" algn="r">
              <a:lnSpc>
                <a:spcPct val="110000"/>
              </a:lnSpc>
              <a:spcBef>
                <a:spcPts val="300"/>
              </a:spcBef>
              <a:spcAft>
                <a:spcPts val="300"/>
              </a:spcAft>
              <a:buFont typeface="Arial" panose="020B0604020202020204" pitchFamily="34" charset="0"/>
              <a:buNone/>
              <a:defRPr sz="1600" b="0">
                <a:solidFill>
                  <a:schemeClr val="bg1"/>
                </a:solidFill>
              </a:defRPr>
            </a:lvl2pPr>
            <a:lvl3pPr marL="0" indent="0" algn="r">
              <a:lnSpc>
                <a:spcPct val="110000"/>
              </a:lnSpc>
              <a:spcBef>
                <a:spcPts val="300"/>
              </a:spcBef>
              <a:spcAft>
                <a:spcPts val="300"/>
              </a:spcAft>
              <a:buFont typeface="Arial" panose="020B0604020202020204" pitchFamily="34" charset="0"/>
              <a:buNone/>
              <a:defRPr sz="1600" b="0">
                <a:solidFill>
                  <a:schemeClr val="bg1"/>
                </a:solidFill>
              </a:defRPr>
            </a:lvl3pPr>
            <a:lvl4pPr marL="0" indent="0" algn="r">
              <a:lnSpc>
                <a:spcPct val="110000"/>
              </a:lnSpc>
              <a:spcBef>
                <a:spcPts val="300"/>
              </a:spcBef>
              <a:spcAft>
                <a:spcPts val="300"/>
              </a:spcAft>
              <a:buNone/>
              <a:defRPr sz="1600" b="0">
                <a:solidFill>
                  <a:schemeClr val="bg1"/>
                </a:solidFill>
              </a:defRPr>
            </a:lvl4pPr>
            <a:lvl5pPr marL="0" indent="0" algn="r">
              <a:lnSpc>
                <a:spcPct val="110000"/>
              </a:lnSpc>
              <a:spcBef>
                <a:spcPts val="300"/>
              </a:spcBef>
              <a:spcAft>
                <a:spcPts val="300"/>
              </a:spcAft>
              <a:buFont typeface="Arial" panose="020B0604020202020204" pitchFamily="34" charset="0"/>
              <a:buNone/>
              <a:defRPr sz="1600" b="0">
                <a:solidFill>
                  <a:schemeClr val="bg1"/>
                </a:solidFill>
              </a:defRPr>
            </a:lvl5pPr>
            <a:lvl6pPr marL="0" indent="0" algn="r">
              <a:lnSpc>
                <a:spcPct val="110000"/>
              </a:lnSpc>
              <a:spcBef>
                <a:spcPts val="300"/>
              </a:spcBef>
              <a:spcAft>
                <a:spcPts val="300"/>
              </a:spcAft>
              <a:buFont typeface="Arial" panose="020B0604020202020204" pitchFamily="34" charset="0"/>
              <a:buNone/>
              <a:defRPr sz="1600" b="0">
                <a:solidFill>
                  <a:schemeClr val="bg1"/>
                </a:solidFill>
              </a:defRPr>
            </a:lvl6pPr>
            <a:lvl7pPr marL="0" indent="0" algn="r">
              <a:lnSpc>
                <a:spcPct val="110000"/>
              </a:lnSpc>
              <a:spcBef>
                <a:spcPts val="300"/>
              </a:spcBef>
              <a:spcAft>
                <a:spcPts val="300"/>
              </a:spcAft>
              <a:buFont typeface="Arial" panose="020B0604020202020204" pitchFamily="34" charset="0"/>
              <a:buNone/>
              <a:defRPr sz="1600" b="0">
                <a:solidFill>
                  <a:schemeClr val="bg1"/>
                </a:solidFill>
              </a:defRPr>
            </a:lvl7pPr>
            <a:lvl8pPr marL="0" indent="0" algn="r">
              <a:lnSpc>
                <a:spcPct val="110000"/>
              </a:lnSpc>
              <a:spcBef>
                <a:spcPts val="300"/>
              </a:spcBef>
              <a:spcAft>
                <a:spcPts val="300"/>
              </a:spcAft>
              <a:buFont typeface="Arial" panose="020B0604020202020204" pitchFamily="34" charset="0"/>
              <a:buNone/>
              <a:defRPr sz="1600" b="0">
                <a:solidFill>
                  <a:schemeClr val="bg1"/>
                </a:solidFill>
              </a:defRPr>
            </a:lvl8pPr>
            <a:lvl9pPr marL="0" indent="0" algn="r">
              <a:lnSpc>
                <a:spcPct val="110000"/>
              </a:lnSpc>
              <a:spcBef>
                <a:spcPts val="300"/>
              </a:spcBef>
              <a:spcAft>
                <a:spcPts val="300"/>
              </a:spcAft>
              <a:buFont typeface="Arial" panose="020B0604020202020204" pitchFamily="34" charset="0"/>
              <a:buNone/>
              <a:defRPr sz="1600" b="0">
                <a:solidFill>
                  <a:schemeClr val="bg1"/>
                </a:solidFill>
              </a:defRPr>
            </a:lvl9pPr>
          </a:lstStyle>
          <a:p>
            <a:pPr lvl="0"/>
            <a:r>
              <a:rPr lang="en-US" dirty="0"/>
              <a:t>Add text</a:t>
            </a:r>
          </a:p>
        </p:txBody>
      </p:sp>
      <p:sp>
        <p:nvSpPr>
          <p:cNvPr id="4" name="Rechteck 3">
            <a:extLst>
              <a:ext uri="{FF2B5EF4-FFF2-40B4-BE49-F238E27FC236}">
                <a16:creationId xmlns:a16="http://schemas.microsoft.com/office/drawing/2014/main" id="{25E8BE99-BBFE-1166-A5A4-5E8F865BC33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475F87F0-97BD-75C5-3B01-5453495E2DAF}"/>
              </a:ext>
            </a:extLst>
          </p:cNvPr>
          <p:cNvSpPr>
            <a:spLocks noGrp="1"/>
          </p:cNvSpPr>
          <p:nvPr>
            <p:ph type="dt" sz="half" idx="16"/>
          </p:nvPr>
        </p:nvSpPr>
        <p:spPr/>
        <p:txBody>
          <a:bodyPr/>
          <a:lstStyle>
            <a:lvl1pPr>
              <a:defRPr>
                <a:solidFill>
                  <a:schemeClr val="bg1"/>
                </a:solidFill>
              </a:defRPr>
            </a:lvl1pPr>
          </a:lstStyle>
          <a:p>
            <a:endParaRPr lang="en-US" dirty="0"/>
          </a:p>
        </p:txBody>
      </p:sp>
      <p:sp>
        <p:nvSpPr>
          <p:cNvPr id="10" name="Fußzeilenplatzhalter 9">
            <a:extLst>
              <a:ext uri="{FF2B5EF4-FFF2-40B4-BE49-F238E27FC236}">
                <a16:creationId xmlns:a16="http://schemas.microsoft.com/office/drawing/2014/main" id="{69DC4A23-8BC7-B256-93F3-F3D72EA72D2E}"/>
              </a:ext>
            </a:extLst>
          </p:cNvPr>
          <p:cNvSpPr>
            <a:spLocks noGrp="1"/>
          </p:cNvSpPr>
          <p:nvPr>
            <p:ph type="ftr" sz="quarter" idx="17"/>
          </p:nvPr>
        </p:nvSpPr>
        <p:spPr/>
        <p:txBody>
          <a:bodyPr/>
          <a:lstStyle>
            <a:lvl1pPr>
              <a:defRPr>
                <a:solidFill>
                  <a:schemeClr val="bg1"/>
                </a:solidFill>
              </a:defRPr>
            </a:lvl1p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B12BEC3C-F478-347A-87BC-A57694C03C4A}"/>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CFA640E-0C3B-EC08-4180-576AB4B63F75}"/>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898032065"/>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Highlight Picture and Text">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3500">
                <a:solidFill>
                  <a:schemeClr val="bg1"/>
                </a:solidFill>
              </a:defRPr>
            </a:lvl1pPr>
          </a:lstStyle>
          <a:p>
            <a:r>
              <a:rPr lang="en-US" dirty="0"/>
              <a:t>Add Title</a:t>
            </a:r>
          </a:p>
        </p:txBody>
      </p:sp>
      <p:sp>
        <p:nvSpPr>
          <p:cNvPr id="4" name="Textplatzhalter 3">
            <a:extLst>
              <a:ext uri="{FF2B5EF4-FFF2-40B4-BE49-F238E27FC236}">
                <a16:creationId xmlns:a16="http://schemas.microsoft.com/office/drawing/2014/main" id="{F74B639C-9221-9BDD-0103-AF80E5F4FC62}"/>
              </a:ext>
            </a:extLst>
          </p:cNvPr>
          <p:cNvSpPr>
            <a:spLocks noGrp="1"/>
          </p:cNvSpPr>
          <p:nvPr>
            <p:ph type="body" sz="quarter" idx="17" hasCustomPrompt="1"/>
          </p:nvPr>
        </p:nvSpPr>
        <p:spPr bwMode="gray">
          <a:xfrm>
            <a:off x="371475" y="2816225"/>
            <a:ext cx="3671888" cy="2233613"/>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Add text</a:t>
            </a:r>
          </a:p>
        </p:txBody>
      </p:sp>
      <p:sp>
        <p:nvSpPr>
          <p:cNvPr id="8" name="Rechteck 7">
            <a:extLst>
              <a:ext uri="{FF2B5EF4-FFF2-40B4-BE49-F238E27FC236}">
                <a16:creationId xmlns:a16="http://schemas.microsoft.com/office/drawing/2014/main" id="{BEA6A5AB-5F58-422C-FC11-9570CAC5B5E8}"/>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D1980954-6FA1-FA07-4041-D754784A207D}"/>
              </a:ext>
            </a:extLst>
          </p:cNvPr>
          <p:cNvSpPr>
            <a:spLocks noGrp="1"/>
          </p:cNvSpPr>
          <p:nvPr>
            <p:ph type="dt" sz="half" idx="18"/>
          </p:nvPr>
        </p:nvSpPr>
        <p:spPr/>
        <p:txBody>
          <a:bodyPr/>
          <a:lstStyle>
            <a:lvl1pPr>
              <a:defRPr>
                <a:solidFill>
                  <a:schemeClr val="bg1"/>
                </a:solidFill>
              </a:defRPr>
            </a:lvl1pPr>
          </a:lstStyle>
          <a:p>
            <a:endParaRPr lang="en-US" dirty="0"/>
          </a:p>
        </p:txBody>
      </p:sp>
      <p:sp>
        <p:nvSpPr>
          <p:cNvPr id="10" name="Fußzeilenplatzhalter 9">
            <a:extLst>
              <a:ext uri="{FF2B5EF4-FFF2-40B4-BE49-F238E27FC236}">
                <a16:creationId xmlns:a16="http://schemas.microsoft.com/office/drawing/2014/main" id="{8BB377EE-E522-561C-164E-DE25C9BDA1C0}"/>
              </a:ext>
            </a:extLst>
          </p:cNvPr>
          <p:cNvSpPr>
            <a:spLocks noGrp="1"/>
          </p:cNvSpPr>
          <p:nvPr>
            <p:ph type="ftr" sz="quarter" idx="19"/>
          </p:nvPr>
        </p:nvSpPr>
        <p:spPr/>
        <p:txBody>
          <a:bodyPr/>
          <a:lstStyle>
            <a:lvl1pPr>
              <a:defRPr>
                <a:solidFill>
                  <a:schemeClr val="bg1"/>
                </a:solidFill>
              </a:defRPr>
            </a:lvl1pPr>
          </a:lstStyle>
          <a:p>
            <a:r>
              <a:rPr lang="en-US"/>
              <a:t>Case Studies/ V-SUM-Integration  - C01-S • CRC 1608 Strategic Project to C01 • Patrick Grycz • 20.07.2026</a:t>
            </a:r>
            <a:endParaRPr lang="en-US" dirty="0"/>
          </a:p>
        </p:txBody>
      </p:sp>
      <p:sp>
        <p:nvSpPr>
          <p:cNvPr id="11" name="Foliennummernplatzhalter 10">
            <a:extLst>
              <a:ext uri="{FF2B5EF4-FFF2-40B4-BE49-F238E27FC236}">
                <a16:creationId xmlns:a16="http://schemas.microsoft.com/office/drawing/2014/main" id="{B544A298-CA43-241E-F64B-02F6BEC45A01}"/>
              </a:ext>
            </a:extLst>
          </p:cNvPr>
          <p:cNvSpPr>
            <a:spLocks noGrp="1"/>
          </p:cNvSpPr>
          <p:nvPr>
            <p:ph type="sldNum" sz="quarter" idx="20"/>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EB352FB-5D9C-29FF-9EFE-4F1988C355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23176058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8"/>
          </a:xfrm>
        </p:spPr>
        <p:txBody>
          <a:bodyPr/>
          <a:lstStyle>
            <a:lvl1pPr marL="0" indent="0">
              <a:buClrTx/>
              <a:buFont typeface="Franklin Gothic Medium" panose="020B0603020102020204" pitchFamily="34" charset="0"/>
              <a:buNone/>
              <a:defRPr sz="5000"/>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7" y="5265738"/>
            <a:ext cx="3671887" cy="1011236"/>
          </a:xfrm>
        </p:spPr>
        <p:txBody>
          <a:bodyPr anchor="t"/>
          <a:lstStyle>
            <a:lvl1pPr algn="r">
              <a:lnSpc>
                <a:spcPct val="85000"/>
              </a:lnSpc>
              <a:spcBef>
                <a:spcPts val="300"/>
              </a:spcBef>
              <a:spcAft>
                <a:spcPts val="300"/>
              </a:spcAft>
              <a:defRPr sz="20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600" b="0">
                <a:solidFill>
                  <a:schemeClr val="tx1"/>
                </a:solidFill>
              </a:defRPr>
            </a:lvl2pPr>
            <a:lvl3pPr marL="0" indent="0" algn="r">
              <a:lnSpc>
                <a:spcPct val="110000"/>
              </a:lnSpc>
              <a:spcBef>
                <a:spcPts val="300"/>
              </a:spcBef>
              <a:spcAft>
                <a:spcPts val="300"/>
              </a:spcAft>
              <a:buFont typeface="Arial" panose="020B0604020202020204" pitchFamily="34" charset="0"/>
              <a:buNone/>
              <a:defRPr sz="1600" b="0">
                <a:solidFill>
                  <a:schemeClr val="tx1"/>
                </a:solidFill>
              </a:defRPr>
            </a:lvl3pPr>
            <a:lvl4pPr marL="0" indent="0" algn="r">
              <a:lnSpc>
                <a:spcPct val="110000"/>
              </a:lnSpc>
              <a:spcBef>
                <a:spcPts val="300"/>
              </a:spcBef>
              <a:spcAft>
                <a:spcPts val="300"/>
              </a:spcAft>
              <a:buNone/>
              <a:defRPr sz="1600" b="0">
                <a:solidFill>
                  <a:schemeClr val="tx1"/>
                </a:solidFill>
              </a:defRPr>
            </a:lvl4pPr>
            <a:lvl5pPr marL="0" indent="0" algn="r">
              <a:lnSpc>
                <a:spcPct val="110000"/>
              </a:lnSpc>
              <a:spcBef>
                <a:spcPts val="300"/>
              </a:spcBef>
              <a:spcAft>
                <a:spcPts val="300"/>
              </a:spcAft>
              <a:buFont typeface="Arial" panose="020B0604020202020204" pitchFamily="34" charset="0"/>
              <a:buNone/>
              <a:defRPr sz="1600" b="0">
                <a:solidFill>
                  <a:schemeClr val="tx1"/>
                </a:solidFill>
              </a:defRPr>
            </a:lvl5pPr>
            <a:lvl6pPr marL="0" indent="0" algn="r">
              <a:lnSpc>
                <a:spcPct val="110000"/>
              </a:lnSpc>
              <a:spcBef>
                <a:spcPts val="300"/>
              </a:spcBef>
              <a:spcAft>
                <a:spcPts val="300"/>
              </a:spcAft>
              <a:buFont typeface="Arial" panose="020B0604020202020204" pitchFamily="34" charset="0"/>
              <a:buNone/>
              <a:defRPr sz="1600" b="0">
                <a:solidFill>
                  <a:schemeClr val="tx1"/>
                </a:solidFill>
              </a:defRPr>
            </a:lvl6pPr>
            <a:lvl7pPr marL="0" indent="0" algn="r">
              <a:lnSpc>
                <a:spcPct val="110000"/>
              </a:lnSpc>
              <a:spcBef>
                <a:spcPts val="300"/>
              </a:spcBef>
              <a:spcAft>
                <a:spcPts val="300"/>
              </a:spcAft>
              <a:buFont typeface="Arial" panose="020B0604020202020204" pitchFamily="34" charset="0"/>
              <a:buNone/>
              <a:defRPr sz="1600" b="0">
                <a:solidFill>
                  <a:schemeClr val="tx1"/>
                </a:solidFill>
              </a:defRPr>
            </a:lvl7pPr>
            <a:lvl8pPr marL="0" indent="0" algn="r">
              <a:lnSpc>
                <a:spcPct val="110000"/>
              </a:lnSpc>
              <a:spcBef>
                <a:spcPts val="300"/>
              </a:spcBef>
              <a:spcAft>
                <a:spcPts val="300"/>
              </a:spcAft>
              <a:buFont typeface="Arial" panose="020B0604020202020204" pitchFamily="34" charset="0"/>
              <a:buNone/>
              <a:defRPr sz="1600" b="0">
                <a:solidFill>
                  <a:schemeClr val="tx1"/>
                </a:solidFill>
              </a:defRPr>
            </a:lvl8pPr>
            <a:lvl9pPr marL="0" indent="0" algn="r">
              <a:lnSpc>
                <a:spcPct val="110000"/>
              </a:lnSpc>
              <a:spcBef>
                <a:spcPts val="300"/>
              </a:spcBef>
              <a:spcAft>
                <a:spcPts val="300"/>
              </a:spcAft>
              <a:buFont typeface="Arial" panose="020B0604020202020204" pitchFamily="34" charset="0"/>
              <a:buNone/>
              <a:defRPr sz="1600" b="0">
                <a:solidFill>
                  <a:schemeClr val="tx1"/>
                </a:solidFill>
              </a:defRPr>
            </a:lvl9pPr>
          </a:lstStyle>
          <a:p>
            <a:pPr lvl="0"/>
            <a:r>
              <a:rPr lang="en-US" dirty="0"/>
              <a:t>Add text</a:t>
            </a:r>
          </a:p>
        </p:txBody>
      </p:sp>
      <p:sp>
        <p:nvSpPr>
          <p:cNvPr id="5" name="Datumsplatzhalter 4">
            <a:extLst>
              <a:ext uri="{FF2B5EF4-FFF2-40B4-BE49-F238E27FC236}">
                <a16:creationId xmlns:a16="http://schemas.microsoft.com/office/drawing/2014/main" id="{AF98A4DE-C74C-4808-FDCB-EBF6770F28AB}"/>
              </a:ext>
            </a:extLst>
          </p:cNvPr>
          <p:cNvSpPr>
            <a:spLocks noGrp="1"/>
          </p:cNvSpPr>
          <p:nvPr>
            <p:ph type="dt" sz="half" idx="14"/>
          </p:nvPr>
        </p:nvSpPr>
        <p:spPr/>
        <p:txBody>
          <a:bodyPr/>
          <a:lstStyle/>
          <a:p>
            <a:endParaRPr lang="en-US" dirty="0"/>
          </a:p>
        </p:txBody>
      </p:sp>
      <p:sp>
        <p:nvSpPr>
          <p:cNvPr id="6" name="Fußzeilenplatzhalter 5">
            <a:extLst>
              <a:ext uri="{FF2B5EF4-FFF2-40B4-BE49-F238E27FC236}">
                <a16:creationId xmlns:a16="http://schemas.microsoft.com/office/drawing/2014/main" id="{C3D1B3FA-E430-88B7-E277-5600359CFE91}"/>
              </a:ext>
            </a:extLst>
          </p:cNvPr>
          <p:cNvSpPr>
            <a:spLocks noGrp="1"/>
          </p:cNvSpPr>
          <p:nvPr>
            <p:ph type="ftr" sz="quarter" idx="15"/>
          </p:nvPr>
        </p:nvSpPr>
        <p:spPr/>
        <p:txBody>
          <a:bodyPr/>
          <a:lstStyle/>
          <a:p>
            <a:r>
              <a:rPr lang="en-US"/>
              <a:t>Case Studies/ V-SUM-Integration  - C01-S • CRC 1608 Strategic Project to C01 • Patrick Grycz • 20.07.2026</a:t>
            </a:r>
            <a:endParaRPr lang="en-US" dirty="0"/>
          </a:p>
        </p:txBody>
      </p:sp>
      <p:sp>
        <p:nvSpPr>
          <p:cNvPr id="7" name="Foliennummernplatzhalter 6">
            <a:extLst>
              <a:ext uri="{FF2B5EF4-FFF2-40B4-BE49-F238E27FC236}">
                <a16:creationId xmlns:a16="http://schemas.microsoft.com/office/drawing/2014/main" id="{721F58DB-2C93-B018-29B4-F68DDB674B82}"/>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359727161"/>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6" name="Datumsplatzhalter 3">
            <a:extLst>
              <a:ext uri="{FF2B5EF4-FFF2-40B4-BE49-F238E27FC236}">
                <a16:creationId xmlns:a16="http://schemas.microsoft.com/office/drawing/2014/main" id="{DF83F67C-6F11-812D-C9A9-0CCF3FAD3E1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endParaRPr lang="en-US" dirty="0"/>
          </a:p>
        </p:txBody>
      </p:sp>
      <p:sp>
        <p:nvSpPr>
          <p:cNvPr id="7" name="Fußzeilenplatzhalter 4">
            <a:extLst>
              <a:ext uri="{FF2B5EF4-FFF2-40B4-BE49-F238E27FC236}">
                <a16:creationId xmlns:a16="http://schemas.microsoft.com/office/drawing/2014/main" id="{07D85C20-697F-36B4-27AB-4369535EA0FF}"/>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Case Studies/ V-SUM-Integration  - C01-S • CRC 1608 Strategic Project to C01 • Patrick Grycz • 20.07.2026</a:t>
            </a:r>
            <a:endParaRPr lang="en-US" dirty="0"/>
          </a:p>
        </p:txBody>
      </p:sp>
      <p:sp>
        <p:nvSpPr>
          <p:cNvPr id="8" name="Foliennummernplatzhalter 5">
            <a:extLst>
              <a:ext uri="{FF2B5EF4-FFF2-40B4-BE49-F238E27FC236}">
                <a16:creationId xmlns:a16="http://schemas.microsoft.com/office/drawing/2014/main" id="{1AD7C5E3-7820-0372-2225-AD27411D833F}"/>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9" name="Gruppieren 8">
            <a:extLst>
              <a:ext uri="{FF2B5EF4-FFF2-40B4-BE49-F238E27FC236}">
                <a16:creationId xmlns:a16="http://schemas.microsoft.com/office/drawing/2014/main" id="{3E4CDB45-9507-051E-FC07-208E38906803}"/>
              </a:ext>
            </a:extLst>
          </p:cNvPr>
          <p:cNvGrpSpPr>
            <a:grpSpLocks/>
          </p:cNvGrpSpPr>
          <p:nvPr userDrawn="1"/>
        </p:nvGrpSpPr>
        <p:grpSpPr bwMode="gray">
          <a:xfrm>
            <a:off x="5484000" y="3209400"/>
            <a:ext cx="1224000" cy="439200"/>
            <a:chOff x="11189494" y="381000"/>
            <a:chExt cx="621506" cy="222941"/>
          </a:xfrm>
        </p:grpSpPr>
        <p:sp>
          <p:nvSpPr>
            <p:cNvPr id="10" name="Freihandform: Form 9">
              <a:extLst>
                <a:ext uri="{FF2B5EF4-FFF2-40B4-BE49-F238E27FC236}">
                  <a16:creationId xmlns:a16="http://schemas.microsoft.com/office/drawing/2014/main" id="{77E21D00-0F9F-CF9A-2404-7B982CA997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2B7C94D0-DD91-0D9E-E79B-7B7E82C21C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732211862"/>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33400" y="1583512"/>
            <a:ext cx="11125200" cy="4486472"/>
          </a:xfrm>
        </p:spPr>
        <p:txBody>
          <a:bodyPr/>
          <a:lstStyle>
            <a:lvl1pPr>
              <a:defRPr/>
            </a:lvl1pPr>
            <a:lvl2pPr>
              <a:defRPr/>
            </a:lvl2pPr>
            <a:lvl3pPr>
              <a:defRPr/>
            </a:lvl3pPr>
            <a:lvl4pPr>
              <a:defRPr/>
            </a:lvl4pPr>
            <a:lvl5pPr>
              <a:defRPr sz="2133"/>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836313" y="6329811"/>
            <a:ext cx="1370340" cy="528189"/>
          </a:xfrm>
          <a:prstGeom prst="rect">
            <a:avLst/>
          </a:prstGeom>
        </p:spPr>
        <p:txBody>
          <a:bodyPr/>
          <a:lstStyle/>
          <a:p>
            <a:endParaRPr lang="en-US" noProof="0"/>
          </a:p>
        </p:txBody>
      </p:sp>
      <p:sp>
        <p:nvSpPr>
          <p:cNvPr id="6" name="Slide Number Placeholder 5"/>
          <p:cNvSpPr>
            <a:spLocks noGrp="1"/>
          </p:cNvSpPr>
          <p:nvPr>
            <p:ph type="sldNum" sz="quarter" idx="12"/>
          </p:nvPr>
        </p:nvSpPr>
        <p:spPr>
          <a:xfrm>
            <a:off x="288000" y="6329811"/>
            <a:ext cx="435157" cy="528189"/>
          </a:xfrm>
          <a:prstGeom prst="rect">
            <a:avLst/>
          </a:prstGeom>
        </p:spPr>
        <p:txBody>
          <a:bodyPr/>
          <a:lstStyle>
            <a:lvl1pPr>
              <a:defRPr/>
            </a:lvl1pPr>
          </a:lstStyle>
          <a:p>
            <a:fld id="{61696EC4-B4CF-4701-AD06-A8439D6D8E12}" type="slidenum">
              <a:rPr lang="en-US" noProof="0" smtClean="0"/>
              <a:t>‹Nr.›</a:t>
            </a:fld>
            <a:endParaRPr lang="en-US" noProof="0"/>
          </a:p>
        </p:txBody>
      </p:sp>
      <p:sp>
        <p:nvSpPr>
          <p:cNvPr id="8" name="Textplatzhalter 9"/>
          <p:cNvSpPr>
            <a:spLocks noGrp="1"/>
          </p:cNvSpPr>
          <p:nvPr>
            <p:ph type="body" sz="quarter" idx="13" hasCustomPrompt="1"/>
          </p:nvPr>
        </p:nvSpPr>
        <p:spPr>
          <a:xfrm>
            <a:off x="522000" y="665795"/>
            <a:ext cx="11140800" cy="345493"/>
          </a:xfrm>
        </p:spPr>
        <p:txBody>
          <a:bodyPr anchor="ctr">
            <a:noAutofit/>
          </a:bodyPr>
          <a:lstStyle>
            <a:lvl1pPr marL="0" indent="0">
              <a:buNone/>
              <a:defRPr sz="2399" b="1">
                <a:solidFill>
                  <a:schemeClr val="bg1">
                    <a:lumMod val="50000"/>
                  </a:schemeClr>
                </a:solidFill>
                <a:latin typeface="+mj-lt"/>
              </a:defRPr>
            </a:lvl1pPr>
          </a:lstStyle>
          <a:p>
            <a:pPr lvl="0"/>
            <a:r>
              <a:rPr lang="en-GB" dirty="0"/>
              <a:t>2. title</a:t>
            </a:r>
          </a:p>
        </p:txBody>
      </p:sp>
      <p:sp>
        <p:nvSpPr>
          <p:cNvPr id="9" name="Titel 1">
            <a:extLst>
              <a:ext uri="{FF2B5EF4-FFF2-40B4-BE49-F238E27FC236}">
                <a16:creationId xmlns:a16="http://schemas.microsoft.com/office/drawing/2014/main" id="{829FAF4A-98FA-4066-8B9E-CA0D85F230A1}"/>
              </a:ext>
            </a:extLst>
          </p:cNvPr>
          <p:cNvSpPr>
            <a:spLocks noGrp="1"/>
          </p:cNvSpPr>
          <p:nvPr>
            <p:ph type="title" hasCustomPrompt="1"/>
          </p:nvPr>
        </p:nvSpPr>
        <p:spPr>
          <a:xfrm>
            <a:off x="522000" y="331098"/>
            <a:ext cx="11140800" cy="345493"/>
          </a:xfrm>
        </p:spPr>
        <p:txBody>
          <a:bodyPr anchor="t" anchorCtr="0"/>
          <a:lstStyle>
            <a:lvl1pPr>
              <a:lnSpc>
                <a:spcPct val="85000"/>
              </a:lnSpc>
              <a:defRPr sz="2666"/>
            </a:lvl1pPr>
          </a:lstStyle>
          <a:p>
            <a:r>
              <a:rPr lang="en-GB" altLang="de-DE"/>
              <a:t>Click to add title</a:t>
            </a:r>
            <a:endParaRPr lang="en-GB" dirty="0"/>
          </a:p>
        </p:txBody>
      </p:sp>
      <p:sp>
        <p:nvSpPr>
          <p:cNvPr id="2" name="Fußzeilenplatzhalter 1"/>
          <p:cNvSpPr>
            <a:spLocks noGrp="1"/>
          </p:cNvSpPr>
          <p:nvPr>
            <p:ph type="ftr" sz="quarter" idx="14"/>
          </p:nvPr>
        </p:nvSpPr>
        <p:spPr/>
        <p:txBody>
          <a:bodyPr/>
          <a:lstStyle/>
          <a:p>
            <a:r>
              <a:rPr lang="en-US"/>
              <a:t>Case Studies/ V-SUM-Integration  - C01-S • CRC 1608 Strategic Project to C01 • Patrick Grycz • 20.07.2026</a:t>
            </a:r>
            <a:endParaRPr lang="en-US" dirty="0"/>
          </a:p>
        </p:txBody>
      </p:sp>
    </p:spTree>
    <p:extLst>
      <p:ext uri="{BB962C8B-B14F-4D97-AF65-F5344CB8AC3E}">
        <p14:creationId xmlns:p14="http://schemas.microsoft.com/office/powerpoint/2010/main" val="4045838843"/>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1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19BD71-7858-4182-B665-B1B000CA7815}"/>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F3FE08A8-E3E5-431E-A8A9-1E3F9BA68081}"/>
              </a:ext>
            </a:extLst>
          </p:cNvPr>
          <p:cNvSpPr>
            <a:spLocks noGrp="1"/>
          </p:cNvSpPr>
          <p:nvPr>
            <p:ph sz="half" idx="1"/>
          </p:nvPr>
        </p:nvSpPr>
        <p:spPr>
          <a:xfrm>
            <a:off x="407987" y="1844674"/>
            <a:ext cx="10117138" cy="4429126"/>
          </a:xfrm>
        </p:spPr>
        <p:txBody>
          <a:bodyPr/>
          <a:lstStyle>
            <a:lvl1pPr>
              <a:defRPr sz="1600">
                <a:solidFill>
                  <a:schemeClr val="tx2"/>
                </a:solidFill>
              </a:defRPr>
            </a:lvl1pPr>
            <a:lvl2pPr>
              <a:defRPr sz="1600"/>
            </a:lvl2pPr>
            <a:lvl3pPr>
              <a:defRPr sz="1600"/>
            </a:lvl3pPr>
            <a:lvl4pPr>
              <a:defRPr sz="1600"/>
            </a:lvl4pPr>
            <a:lvl5pP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Foliennummernplatzhalter 6">
            <a:extLst>
              <a:ext uri="{FF2B5EF4-FFF2-40B4-BE49-F238E27FC236}">
                <a16:creationId xmlns:a16="http://schemas.microsoft.com/office/drawing/2014/main" id="{4C3170B6-152E-4A77-9854-50B7ECD5A9DE}"/>
              </a:ext>
            </a:extLst>
          </p:cNvPr>
          <p:cNvSpPr>
            <a:spLocks noGrp="1"/>
          </p:cNvSpPr>
          <p:nvPr>
            <p:ph type="sldNum" sz="quarter" idx="12"/>
          </p:nvPr>
        </p:nvSpPr>
        <p:spPr/>
        <p:txBody>
          <a:bodyPr/>
          <a:lstStyle/>
          <a:p>
            <a:fld id="{0BBFC357-94BC-44C8-B600-C5D15BBAA3CF}" type="slidenum">
              <a:rPr lang="de-DE" smtClean="0"/>
              <a:t>‹Nr.›</a:t>
            </a:fld>
            <a:endParaRPr lang="de-DE"/>
          </a:p>
        </p:txBody>
      </p:sp>
      <p:sp>
        <p:nvSpPr>
          <p:cNvPr id="5" name="Fußzeilenplatzhalter 4">
            <a:extLst>
              <a:ext uri="{FF2B5EF4-FFF2-40B4-BE49-F238E27FC236}">
                <a16:creationId xmlns:a16="http://schemas.microsoft.com/office/drawing/2014/main" id="{DA57360F-9A88-AA27-2AE2-1FB7E83B018C}"/>
              </a:ext>
            </a:extLst>
          </p:cNvPr>
          <p:cNvSpPr>
            <a:spLocks noGrp="1"/>
          </p:cNvSpPr>
          <p:nvPr>
            <p:ph type="ftr" sz="quarter" idx="3"/>
          </p:nvPr>
        </p:nvSpPr>
        <p:spPr>
          <a:xfrm>
            <a:off x="773593" y="6615354"/>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1862022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theme" Target="../theme/theme2.xml"/><Relationship Id="rId3" Type="http://schemas.openxmlformats.org/officeDocument/2006/relationships/slideLayout" Target="../slideLayouts/slideLayout54.xml"/><Relationship Id="rId21" Type="http://schemas.openxmlformats.org/officeDocument/2006/relationships/slideLayout" Target="../slideLayouts/slideLayout72.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image" Target="../media/image6.emf"/><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9.xml"/><Relationship Id="rId18" Type="http://schemas.openxmlformats.org/officeDocument/2006/relationships/slideLayout" Target="../slideLayouts/slideLayout94.xml"/><Relationship Id="rId26" Type="http://schemas.openxmlformats.org/officeDocument/2006/relationships/slideLayout" Target="../slideLayouts/slideLayout102.xml"/><Relationship Id="rId39" Type="http://schemas.openxmlformats.org/officeDocument/2006/relationships/slideLayout" Target="../slideLayouts/slideLayout115.xml"/><Relationship Id="rId21" Type="http://schemas.openxmlformats.org/officeDocument/2006/relationships/slideLayout" Target="../slideLayouts/slideLayout97.xml"/><Relationship Id="rId34" Type="http://schemas.openxmlformats.org/officeDocument/2006/relationships/slideLayout" Target="../slideLayouts/slideLayout110.xml"/><Relationship Id="rId42" Type="http://schemas.openxmlformats.org/officeDocument/2006/relationships/slideLayout" Target="../slideLayouts/slideLayout118.xml"/><Relationship Id="rId47" Type="http://schemas.openxmlformats.org/officeDocument/2006/relationships/slideLayout" Target="../slideLayouts/slideLayout123.xml"/><Relationship Id="rId50" Type="http://schemas.openxmlformats.org/officeDocument/2006/relationships/slideLayout" Target="../slideLayouts/slideLayout126.xml"/><Relationship Id="rId7" Type="http://schemas.openxmlformats.org/officeDocument/2006/relationships/slideLayout" Target="../slideLayouts/slideLayout83.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9" Type="http://schemas.openxmlformats.org/officeDocument/2006/relationships/slideLayout" Target="../slideLayouts/slideLayout105.xml"/><Relationship Id="rId11" Type="http://schemas.openxmlformats.org/officeDocument/2006/relationships/slideLayout" Target="../slideLayouts/slideLayout87.xml"/><Relationship Id="rId24" Type="http://schemas.openxmlformats.org/officeDocument/2006/relationships/slideLayout" Target="../slideLayouts/slideLayout100.xml"/><Relationship Id="rId32" Type="http://schemas.openxmlformats.org/officeDocument/2006/relationships/slideLayout" Target="../slideLayouts/slideLayout108.xml"/><Relationship Id="rId37" Type="http://schemas.openxmlformats.org/officeDocument/2006/relationships/slideLayout" Target="../slideLayouts/slideLayout113.xml"/><Relationship Id="rId40" Type="http://schemas.openxmlformats.org/officeDocument/2006/relationships/slideLayout" Target="../slideLayouts/slideLayout116.xml"/><Relationship Id="rId45" Type="http://schemas.openxmlformats.org/officeDocument/2006/relationships/slideLayout" Target="../slideLayouts/slideLayout121.xml"/><Relationship Id="rId53" Type="http://schemas.openxmlformats.org/officeDocument/2006/relationships/image" Target="../media/image1.png"/><Relationship Id="rId5" Type="http://schemas.openxmlformats.org/officeDocument/2006/relationships/slideLayout" Target="../slideLayouts/slideLayout81.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31" Type="http://schemas.openxmlformats.org/officeDocument/2006/relationships/slideLayout" Target="../slideLayouts/slideLayout107.xml"/><Relationship Id="rId44" Type="http://schemas.openxmlformats.org/officeDocument/2006/relationships/slideLayout" Target="../slideLayouts/slideLayout120.xml"/><Relationship Id="rId52" Type="http://schemas.openxmlformats.org/officeDocument/2006/relationships/theme" Target="../theme/theme3.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 Id="rId22" Type="http://schemas.openxmlformats.org/officeDocument/2006/relationships/slideLayout" Target="../slideLayouts/slideLayout98.xml"/><Relationship Id="rId27" Type="http://schemas.openxmlformats.org/officeDocument/2006/relationships/slideLayout" Target="../slideLayouts/slideLayout103.xml"/><Relationship Id="rId30" Type="http://schemas.openxmlformats.org/officeDocument/2006/relationships/slideLayout" Target="../slideLayouts/slideLayout106.xml"/><Relationship Id="rId35" Type="http://schemas.openxmlformats.org/officeDocument/2006/relationships/slideLayout" Target="../slideLayouts/slideLayout111.xml"/><Relationship Id="rId43" Type="http://schemas.openxmlformats.org/officeDocument/2006/relationships/slideLayout" Target="../slideLayouts/slideLayout119.xml"/><Relationship Id="rId48" Type="http://schemas.openxmlformats.org/officeDocument/2006/relationships/slideLayout" Target="../slideLayouts/slideLayout124.xml"/><Relationship Id="rId8" Type="http://schemas.openxmlformats.org/officeDocument/2006/relationships/slideLayout" Target="../slideLayouts/slideLayout84.xml"/><Relationship Id="rId51" Type="http://schemas.openxmlformats.org/officeDocument/2006/relationships/slideLayout" Target="../slideLayouts/slideLayout127.xml"/><Relationship Id="rId3" Type="http://schemas.openxmlformats.org/officeDocument/2006/relationships/slideLayout" Target="../slideLayouts/slideLayout79.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5" Type="http://schemas.openxmlformats.org/officeDocument/2006/relationships/slideLayout" Target="../slideLayouts/slideLayout101.xml"/><Relationship Id="rId33" Type="http://schemas.openxmlformats.org/officeDocument/2006/relationships/slideLayout" Target="../slideLayouts/slideLayout109.xml"/><Relationship Id="rId38" Type="http://schemas.openxmlformats.org/officeDocument/2006/relationships/slideLayout" Target="../slideLayouts/slideLayout114.xml"/><Relationship Id="rId46" Type="http://schemas.openxmlformats.org/officeDocument/2006/relationships/slideLayout" Target="../slideLayouts/slideLayout122.xml"/><Relationship Id="rId20" Type="http://schemas.openxmlformats.org/officeDocument/2006/relationships/slideLayout" Target="../slideLayouts/slideLayout96.xml"/><Relationship Id="rId41" Type="http://schemas.openxmlformats.org/officeDocument/2006/relationships/slideLayout" Target="../slideLayouts/slideLayout117.xml"/><Relationship Id="rId54" Type="http://schemas.openxmlformats.org/officeDocument/2006/relationships/image" Target="../media/image2.png"/><Relationship Id="rId1" Type="http://schemas.openxmlformats.org/officeDocument/2006/relationships/slideLayout" Target="../slideLayouts/slideLayout77.xml"/><Relationship Id="rId6" Type="http://schemas.openxmlformats.org/officeDocument/2006/relationships/slideLayout" Target="../slideLayouts/slideLayout82.xml"/><Relationship Id="rId15" Type="http://schemas.openxmlformats.org/officeDocument/2006/relationships/slideLayout" Target="../slideLayouts/slideLayout91.xml"/><Relationship Id="rId23" Type="http://schemas.openxmlformats.org/officeDocument/2006/relationships/slideLayout" Target="../slideLayouts/slideLayout99.xml"/><Relationship Id="rId28" Type="http://schemas.openxmlformats.org/officeDocument/2006/relationships/slideLayout" Target="../slideLayouts/slideLayout104.xml"/><Relationship Id="rId36" Type="http://schemas.openxmlformats.org/officeDocument/2006/relationships/slideLayout" Target="../slideLayouts/slideLayout112.xml"/><Relationship Id="rId49"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2AC8670-2373-ACE7-1748-0B4F79D1DCA9}"/>
              </a:ext>
            </a:extLst>
          </p:cNvPr>
          <p:cNvSpPr>
            <a:spLocks noGrp="1"/>
          </p:cNvSpPr>
          <p:nvPr>
            <p:ph type="title"/>
          </p:nvPr>
        </p:nvSpPr>
        <p:spPr bwMode="gray">
          <a:xfrm>
            <a:off x="371475" y="368907"/>
            <a:ext cx="11449050" cy="1007455"/>
          </a:xfrm>
          <a:prstGeom prst="rect">
            <a:avLst/>
          </a:prstGeom>
        </p:spPr>
        <p:txBody>
          <a:bodyPr vert="horz" lIns="0" tIns="0" rIns="0" bIns="0" rtlCol="0" anchor="t">
            <a:noAutofit/>
          </a:bodyPr>
          <a:lstStyle/>
          <a:p>
            <a:pPr lvl="0"/>
            <a:r>
              <a:rPr lang="en-US" dirty="0"/>
              <a:t>Add Title</a:t>
            </a:r>
          </a:p>
        </p:txBody>
      </p:sp>
      <p:sp>
        <p:nvSpPr>
          <p:cNvPr id="3" name="Textplatzhalter 2">
            <a:extLst>
              <a:ext uri="{FF2B5EF4-FFF2-40B4-BE49-F238E27FC236}">
                <a16:creationId xmlns:a16="http://schemas.microsoft.com/office/drawing/2014/main" id="{4AF615B8-B68C-BFF2-C357-D019188813E1}"/>
              </a:ext>
            </a:extLst>
          </p:cNvPr>
          <p:cNvSpPr>
            <a:spLocks noGrp="1"/>
          </p:cNvSpPr>
          <p:nvPr>
            <p:ph type="body" idx="1"/>
          </p:nvPr>
        </p:nvSpPr>
        <p:spPr bwMode="gray">
          <a:xfrm>
            <a:off x="371475" y="1592262"/>
            <a:ext cx="11449050" cy="4681538"/>
          </a:xfrm>
          <a:prstGeom prst="rect">
            <a:avLst/>
          </a:prstGeom>
        </p:spPr>
        <p:txBody>
          <a:bodyPr vert="horz" lIns="0" tIns="0" rIns="0" bIns="0" rtlCol="0">
            <a:noAutofit/>
          </a:bodyPr>
          <a:lstStyle/>
          <a:p>
            <a:pPr lvl="0"/>
            <a:r>
              <a:rPr lang="en-US" dirty="0"/>
              <a:t>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6"/>
            <a:r>
              <a:rPr lang="en-US" dirty="0"/>
              <a:t>Eighth level</a:t>
            </a:r>
          </a:p>
          <a:p>
            <a:pPr lvl="7"/>
            <a:r>
              <a:rPr lang="en-US" dirty="0"/>
              <a:t>Ninth level</a:t>
            </a:r>
          </a:p>
        </p:txBody>
      </p:sp>
      <p:sp>
        <p:nvSpPr>
          <p:cNvPr id="5" name="Fußzeilenplatzhalter 4">
            <a:extLst>
              <a:ext uri="{FF2B5EF4-FFF2-40B4-BE49-F238E27FC236}">
                <a16:creationId xmlns:a16="http://schemas.microsoft.com/office/drawing/2014/main" id="{EA10645A-C6A4-0669-9312-4601E18860CE}"/>
              </a:ext>
            </a:extLst>
          </p:cNvPr>
          <p:cNvSpPr>
            <a:spLocks noGrp="1"/>
          </p:cNvSpPr>
          <p:nvPr>
            <p:ph type="ftr" sz="quarter" idx="3"/>
          </p:nvPr>
        </p:nvSpPr>
        <p:spPr bwMode="gray">
          <a:xfrm>
            <a:off x="2100263" y="6273800"/>
            <a:ext cx="5832475" cy="584200"/>
          </a:xfrm>
          <a:prstGeom prst="rect">
            <a:avLst/>
          </a:prstGeom>
        </p:spPr>
        <p:txBody>
          <a:bodyPr vert="horz" lIns="0" tIns="36000" rIns="0" bIns="0" rtlCol="0" anchor="ctr">
            <a:noAutofit/>
          </a:bodyPr>
          <a:lstStyle>
            <a:lvl1pPr algn="l">
              <a:defRPr sz="1100">
                <a:solidFill>
                  <a:schemeClr val="bg2"/>
                </a:solidFill>
              </a:defRPr>
            </a:lvl1pPr>
          </a:lstStyle>
          <a:p>
            <a:r>
              <a:rPr lang="en-US" noProof="1"/>
              <a:t>Case Studies/ V-SUM-Integration  - C01-S • CRC 1608 Strategic Project to C01 • Patrick Grycz • 20.07.2026</a:t>
            </a:r>
          </a:p>
        </p:txBody>
      </p:sp>
      <p:sp>
        <p:nvSpPr>
          <p:cNvPr id="6" name="Foliennummernplatzhalter 5">
            <a:extLst>
              <a:ext uri="{FF2B5EF4-FFF2-40B4-BE49-F238E27FC236}">
                <a16:creationId xmlns:a16="http://schemas.microsoft.com/office/drawing/2014/main" id="{215839F2-D397-6E48-3A61-2C5024B4E3CF}"/>
              </a:ext>
            </a:extLst>
          </p:cNvPr>
          <p:cNvSpPr>
            <a:spLocks noGrp="1"/>
          </p:cNvSpPr>
          <p:nvPr>
            <p:ph type="sldNum" sz="quarter" idx="4"/>
          </p:nvPr>
        </p:nvSpPr>
        <p:spPr bwMode="gray">
          <a:xfrm>
            <a:off x="371475" y="6273800"/>
            <a:ext cx="575953" cy="584200"/>
          </a:xfrm>
          <a:prstGeom prst="rect">
            <a:avLst/>
          </a:prstGeom>
        </p:spPr>
        <p:txBody>
          <a:bodyPr vert="horz" lIns="0" tIns="36000" rIns="0" bIns="0" rtlCol="0" anchor="ctr">
            <a:noAutofit/>
          </a:bodyPr>
          <a:lstStyle>
            <a:lvl1pPr algn="l">
              <a:defRPr sz="1100">
                <a:solidFill>
                  <a:schemeClr val="bg2"/>
                </a:solidFill>
              </a:defRPr>
            </a:lvl1pPr>
          </a:lstStyle>
          <a:p>
            <a:fld id="{776FC98F-84AD-404B-BCCB-49E092AA6DE0}" type="slidenum">
              <a:rPr lang="en-US" noProof="1" smtClean="0"/>
              <a:pPr/>
              <a:t>‹Nr.›</a:t>
            </a:fld>
            <a:endParaRPr lang="en-US" noProof="1"/>
          </a:p>
        </p:txBody>
      </p:sp>
      <p:grpSp>
        <p:nvGrpSpPr>
          <p:cNvPr id="35" name="Gruppieren 34">
            <a:extLst>
              <a:ext uri="{FF2B5EF4-FFF2-40B4-BE49-F238E27FC236}">
                <a16:creationId xmlns:a16="http://schemas.microsoft.com/office/drawing/2014/main" id="{890F709B-A2DC-57A5-E7E6-8518482A8044}"/>
              </a:ext>
            </a:extLst>
          </p:cNvPr>
          <p:cNvGrpSpPr>
            <a:grpSpLocks/>
          </p:cNvGrpSpPr>
          <p:nvPr userDrawn="1"/>
        </p:nvGrpSpPr>
        <p:grpSpPr bwMode="gray">
          <a:xfrm>
            <a:off x="11140463" y="6437457"/>
            <a:ext cx="689586" cy="247362"/>
            <a:chOff x="11189494" y="381000"/>
            <a:chExt cx="621506" cy="222941"/>
          </a:xfrm>
        </p:grpSpPr>
        <p:sp>
          <p:nvSpPr>
            <p:cNvPr id="36" name="Freihandform: Form 35">
              <a:extLst>
                <a:ext uri="{FF2B5EF4-FFF2-40B4-BE49-F238E27FC236}">
                  <a16:creationId xmlns:a16="http://schemas.microsoft.com/office/drawing/2014/main" id="{5EBFDC3C-E9B5-878F-6873-AAF6A36E768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37" name="Freihandform: Form 36">
              <a:extLst>
                <a:ext uri="{FF2B5EF4-FFF2-40B4-BE49-F238E27FC236}">
                  <a16:creationId xmlns:a16="http://schemas.microsoft.com/office/drawing/2014/main" id="{6035EDC6-B9F4-55AD-87D2-DD2E60B1592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Datumsplatzhalter 6">
            <a:extLst>
              <a:ext uri="{FF2B5EF4-FFF2-40B4-BE49-F238E27FC236}">
                <a16:creationId xmlns:a16="http://schemas.microsoft.com/office/drawing/2014/main" id="{DA50F823-CF9B-29C2-AD0C-5871331358CE}"/>
              </a:ext>
            </a:extLst>
          </p:cNvPr>
          <p:cNvSpPr>
            <a:spLocks noGrp="1"/>
          </p:cNvSpPr>
          <p:nvPr>
            <p:ph type="dt" sz="half" idx="2"/>
          </p:nvPr>
        </p:nvSpPr>
        <p:spPr>
          <a:xfrm>
            <a:off x="947428" y="6273800"/>
            <a:ext cx="1152835" cy="584200"/>
          </a:xfrm>
          <a:prstGeom prst="rect">
            <a:avLst/>
          </a:prstGeom>
        </p:spPr>
        <p:txBody>
          <a:bodyPr vert="horz" lIns="0" tIns="36000" rIns="0" bIns="0" rtlCol="0" anchor="ctr"/>
          <a:lstStyle>
            <a:lvl1pPr algn="l">
              <a:defRPr sz="1100">
                <a:solidFill>
                  <a:schemeClr val="bg2"/>
                </a:solidFill>
              </a:defRPr>
            </a:lvl1pPr>
          </a:lstStyle>
          <a:p>
            <a:endParaRPr lang="en-US" noProof="1"/>
          </a:p>
        </p:txBody>
      </p:sp>
      <p:pic>
        <p:nvPicPr>
          <p:cNvPr id="10" name="Grafik 9">
            <a:extLst>
              <a:ext uri="{FF2B5EF4-FFF2-40B4-BE49-F238E27FC236}">
                <a16:creationId xmlns:a16="http://schemas.microsoft.com/office/drawing/2014/main" id="{9C9373BB-03A0-453C-A20F-5D6E41956DD6}"/>
              </a:ext>
            </a:extLst>
          </p:cNvPr>
          <p:cNvPicPr>
            <a:picLocks noChangeAspect="1"/>
          </p:cNvPicPr>
          <p:nvPr userDrawn="1"/>
        </p:nvPicPr>
        <p:blipFill rotWithShape="1">
          <a:blip r:embed="rId53"/>
          <a:srcRect t="13826" b="21727"/>
          <a:stretch/>
        </p:blipFill>
        <p:spPr>
          <a:xfrm>
            <a:off x="9967643" y="6436171"/>
            <a:ext cx="1030430" cy="248400"/>
          </a:xfrm>
          <a:prstGeom prst="rect">
            <a:avLst/>
          </a:prstGeom>
        </p:spPr>
      </p:pic>
      <p:pic>
        <p:nvPicPr>
          <p:cNvPr id="9" name="Grafik 8">
            <a:extLst>
              <a:ext uri="{FF2B5EF4-FFF2-40B4-BE49-F238E27FC236}">
                <a16:creationId xmlns:a16="http://schemas.microsoft.com/office/drawing/2014/main" id="{039D450C-63BC-4B7A-B823-1F6D10525248}"/>
              </a:ext>
            </a:extLst>
          </p:cNvPr>
          <p:cNvPicPr>
            <a:picLocks noChangeAspect="1"/>
          </p:cNvPicPr>
          <p:nvPr userDrawn="1"/>
        </p:nvPicPr>
        <p:blipFill>
          <a:blip r:embed="rId54"/>
          <a:stretch>
            <a:fillRect/>
          </a:stretch>
        </p:blipFill>
        <p:spPr>
          <a:xfrm>
            <a:off x="9085573" y="6436171"/>
            <a:ext cx="739680" cy="248400"/>
          </a:xfrm>
          <a:prstGeom prst="rect">
            <a:avLst/>
          </a:prstGeom>
        </p:spPr>
      </p:pic>
    </p:spTree>
    <p:extLst>
      <p:ext uri="{BB962C8B-B14F-4D97-AF65-F5344CB8AC3E}">
        <p14:creationId xmlns:p14="http://schemas.microsoft.com/office/powerpoint/2010/main" val="2146514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fade/>
  </p:transition>
  <p:hf hdr="0" ftr="0" dt="0"/>
  <p:txStyles>
    <p:titleStyle>
      <a:lvl1pPr algn="l" defTabSz="914400" rtl="0" eaLnBrk="1" latinLnBrk="0" hangingPunct="1">
        <a:lnSpc>
          <a:spcPct val="80000"/>
        </a:lnSpc>
        <a:spcBef>
          <a:spcPct val="0"/>
        </a:spcBef>
        <a:buNone/>
        <a:defRPr sz="35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tx1"/>
          </a:solidFill>
          <a:latin typeface="+mn-lt"/>
          <a:ea typeface="+mn-ea"/>
          <a:cs typeface="+mn-cs"/>
        </a:defRPr>
      </a:lvl1pPr>
      <a:lvl2pPr marL="270000" indent="-2700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270000" indent="-270000" algn="l" defTabSz="914400" rtl="0" eaLnBrk="1" latinLnBrk="0" hangingPunct="1">
        <a:lnSpc>
          <a:spcPct val="100000"/>
        </a:lnSpc>
        <a:spcBef>
          <a:spcPts val="300"/>
        </a:spcBef>
        <a:spcAft>
          <a:spcPts val="300"/>
        </a:spcAft>
        <a:buClr>
          <a:schemeClr val="accent1"/>
        </a:buClr>
        <a:buFont typeface="+mj-lt"/>
        <a:buAutoNum type="arabicPeriod"/>
        <a:defRPr sz="1600" kern="1200">
          <a:solidFill>
            <a:schemeClr val="tx1"/>
          </a:solidFill>
          <a:latin typeface="+mn-lt"/>
          <a:ea typeface="+mn-ea"/>
          <a:cs typeface="+mn-cs"/>
        </a:defRPr>
      </a:lvl3pPr>
      <a:lvl4pPr marL="540000" indent="-270000" algn="l" defTabSz="914400" rtl="0" eaLnBrk="1" latinLnBrk="0" hangingPunct="1">
        <a:lnSpc>
          <a:spcPct val="100000"/>
        </a:lnSpc>
        <a:spcBef>
          <a:spcPts val="0"/>
        </a:spcBef>
        <a:spcAft>
          <a:spcPts val="300"/>
        </a:spcAft>
        <a:buClr>
          <a:schemeClr val="accent1"/>
        </a:buClr>
        <a:buFont typeface="Symbol" panose="05050102010706020507" pitchFamily="18" charset="2"/>
        <a:buChar char="-"/>
        <a:defRPr sz="1600" kern="1200">
          <a:solidFill>
            <a:schemeClr val="tx1"/>
          </a:solidFill>
          <a:latin typeface="+mn-lt"/>
          <a:ea typeface="+mn-ea"/>
          <a:cs typeface="+mn-cs"/>
        </a:defRPr>
      </a:lvl4pPr>
      <a:lvl5pPr marL="540000" indent="-270000" algn="l" defTabSz="914400" rtl="0" eaLnBrk="1" latinLnBrk="0" hangingPunct="1">
        <a:lnSpc>
          <a:spcPct val="100000"/>
        </a:lnSpc>
        <a:spcBef>
          <a:spcPts val="0"/>
        </a:spcBef>
        <a:spcAft>
          <a:spcPts val="300"/>
        </a:spcAft>
        <a:buClr>
          <a:schemeClr val="accent1"/>
        </a:buClr>
        <a:buFont typeface="+mj-lt"/>
        <a:buAutoNum type="alphaLcPeriod"/>
        <a:defRPr sz="16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accent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234">
          <p15:clr>
            <a:srgbClr val="F26B43"/>
          </p15:clr>
        </p15:guide>
        <p15:guide id="3" pos="7446">
          <p15:clr>
            <a:srgbClr val="F26B43"/>
          </p15:clr>
        </p15:guide>
        <p15:guide id="4" pos="1323">
          <p15:clr>
            <a:srgbClr val="F26B43"/>
          </p15:clr>
        </p15:guide>
        <p15:guide id="5" pos="1459">
          <p15:clr>
            <a:srgbClr val="F26B43"/>
          </p15:clr>
        </p15:guide>
        <p15:guide id="6" pos="2547">
          <p15:clr>
            <a:srgbClr val="F26B43"/>
          </p15:clr>
        </p15:guide>
        <p15:guide id="7" pos="2683">
          <p15:clr>
            <a:srgbClr val="F26B43"/>
          </p15:clr>
        </p15:guide>
        <p15:guide id="8" pos="3772">
          <p15:clr>
            <a:srgbClr val="F26B43"/>
          </p15:clr>
        </p15:guide>
        <p15:guide id="9" pos="3908">
          <p15:clr>
            <a:srgbClr val="F26B43"/>
          </p15:clr>
        </p15:guide>
        <p15:guide id="10" pos="4997">
          <p15:clr>
            <a:srgbClr val="F26B43"/>
          </p15:clr>
        </p15:guide>
        <p15:guide id="11" pos="5133">
          <p15:clr>
            <a:srgbClr val="F26B43"/>
          </p15:clr>
        </p15:guide>
        <p15:guide id="12" pos="6221">
          <p15:clr>
            <a:srgbClr val="F26B43"/>
          </p15:clr>
        </p15:guide>
        <p15:guide id="13" pos="6357">
          <p15:clr>
            <a:srgbClr val="F26B43"/>
          </p15:clr>
        </p15:guide>
        <p15:guide id="14" pos="1935">
          <p15:clr>
            <a:srgbClr val="5ACBF0"/>
          </p15:clr>
        </p15:guide>
        <p15:guide id="15" pos="2071">
          <p15:clr>
            <a:srgbClr val="5ACBF0"/>
          </p15:clr>
        </p15:guide>
        <p15:guide id="16" pos="5609">
          <p15:clr>
            <a:srgbClr val="5ACBF0"/>
          </p15:clr>
        </p15:guide>
        <p15:guide id="17" pos="5745">
          <p15:clr>
            <a:srgbClr val="5ACBF0"/>
          </p15:clr>
        </p15:guide>
        <p15:guide id="18" orient="horz" pos="867">
          <p15:clr>
            <a:srgbClr val="F26B43"/>
          </p15:clr>
        </p15:guide>
        <p15:guide id="19" orient="horz" pos="1003">
          <p15:clr>
            <a:srgbClr val="F26B43"/>
          </p15:clr>
        </p15:guide>
        <p15:guide id="20" orient="horz" pos="1638">
          <p15:clr>
            <a:srgbClr val="F26B43"/>
          </p15:clr>
        </p15:guide>
        <p15:guide id="21" orient="horz" pos="1774">
          <p15:clr>
            <a:srgbClr val="F26B43"/>
          </p15:clr>
        </p15:guide>
        <p15:guide id="22" orient="horz" pos="2409">
          <p15:clr>
            <a:srgbClr val="F26B43"/>
          </p15:clr>
        </p15:guide>
        <p15:guide id="23" orient="horz" pos="2546">
          <p15:clr>
            <a:srgbClr val="F26B43"/>
          </p15:clr>
        </p15:guide>
        <p15:guide id="24" orient="horz" pos="3181">
          <p15:clr>
            <a:srgbClr val="F26B43"/>
          </p15:clr>
        </p15:guide>
        <p15:guide id="25" orient="horz" pos="3317">
          <p15:clr>
            <a:srgbClr val="F26B43"/>
          </p15:clr>
        </p15:guide>
        <p15:guide id="26" orient="horz" pos="39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D4A662B-B6C6-4BE2-B11D-B4B1C0675065}"/>
              </a:ext>
            </a:extLst>
          </p:cNvPr>
          <p:cNvSpPr>
            <a:spLocks noGrp="1"/>
          </p:cNvSpPr>
          <p:nvPr>
            <p:ph type="title"/>
          </p:nvPr>
        </p:nvSpPr>
        <p:spPr>
          <a:xfrm>
            <a:off x="407987" y="296863"/>
            <a:ext cx="8784357" cy="503845"/>
          </a:xfrm>
          <a:prstGeom prst="rect">
            <a:avLst/>
          </a:prstGeom>
        </p:spPr>
        <p:txBody>
          <a:bodyPr vert="horz" lIns="0" tIns="0" rIns="0" bIns="0" rtlCol="0" anchor="t" anchorCtr="0">
            <a:noAutofit/>
          </a:bodyPr>
          <a:lstStyle/>
          <a:p>
            <a:r>
              <a:rPr lang="de-DE" dirty="0"/>
              <a:t>Mastertitelformat </a:t>
            </a:r>
            <a:br>
              <a:rPr lang="de-DE" dirty="0"/>
            </a:br>
            <a:r>
              <a:rPr lang="de-DE" dirty="0"/>
              <a:t>bearbeiten</a:t>
            </a:r>
          </a:p>
        </p:txBody>
      </p:sp>
      <p:sp>
        <p:nvSpPr>
          <p:cNvPr id="3" name="Textplatzhalter 2">
            <a:extLst>
              <a:ext uri="{FF2B5EF4-FFF2-40B4-BE49-F238E27FC236}">
                <a16:creationId xmlns:a16="http://schemas.microsoft.com/office/drawing/2014/main" id="{2F794896-4FD7-4947-86D4-5A6FD82C7014}"/>
              </a:ext>
            </a:extLst>
          </p:cNvPr>
          <p:cNvSpPr>
            <a:spLocks noGrp="1"/>
          </p:cNvSpPr>
          <p:nvPr>
            <p:ph type="body" idx="1"/>
          </p:nvPr>
        </p:nvSpPr>
        <p:spPr>
          <a:xfrm>
            <a:off x="407987" y="1844675"/>
            <a:ext cx="10117137" cy="4429125"/>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p:txBody>
      </p:sp>
      <p:sp>
        <p:nvSpPr>
          <p:cNvPr id="6" name="Foliennummernplatzhalter 5">
            <a:extLst>
              <a:ext uri="{FF2B5EF4-FFF2-40B4-BE49-F238E27FC236}">
                <a16:creationId xmlns:a16="http://schemas.microsoft.com/office/drawing/2014/main" id="{DC18E19E-546D-45F0-BDB6-91738FC9EF1E}"/>
              </a:ext>
            </a:extLst>
          </p:cNvPr>
          <p:cNvSpPr>
            <a:spLocks noGrp="1"/>
          </p:cNvSpPr>
          <p:nvPr>
            <p:ph type="sldNum" sz="quarter" idx="4"/>
          </p:nvPr>
        </p:nvSpPr>
        <p:spPr>
          <a:xfrm>
            <a:off x="382587" y="6543420"/>
            <a:ext cx="281577" cy="143868"/>
          </a:xfrm>
          <a:prstGeom prst="rect">
            <a:avLst/>
          </a:prstGeom>
        </p:spPr>
        <p:txBody>
          <a:bodyPr vert="horz" wrap="none" lIns="0" tIns="0" rIns="0" bIns="0" rtlCol="0" anchor="b" anchorCtr="0"/>
          <a:lstStyle>
            <a:lvl1pPr algn="l">
              <a:defRPr sz="1000" b="1">
                <a:solidFill>
                  <a:schemeClr val="accent1"/>
                </a:solidFill>
              </a:defRPr>
            </a:lvl1pPr>
          </a:lstStyle>
          <a:p>
            <a:fld id="{0BBFC357-94BC-44C8-B600-C5D15BBAA3CF}" type="slidenum">
              <a:rPr lang="de-DE" smtClean="0"/>
              <a:pPr/>
              <a:t>‹Nr.›</a:t>
            </a:fld>
            <a:endParaRPr lang="de-DE" dirty="0"/>
          </a:p>
        </p:txBody>
      </p:sp>
      <p:pic>
        <p:nvPicPr>
          <p:cNvPr id="7" name="Grafik 6" descr="Ein Bild, das Grafiken, Schrift, Logo, Screenshot enthält.&#10;&#10;Automatisch generierte Beschreibung">
            <a:extLst>
              <a:ext uri="{FF2B5EF4-FFF2-40B4-BE49-F238E27FC236}">
                <a16:creationId xmlns:a16="http://schemas.microsoft.com/office/drawing/2014/main" id="{A6086905-0B05-73A5-EE14-39B89938FB56}"/>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10056440" y="212985"/>
            <a:ext cx="1945465" cy="727712"/>
          </a:xfrm>
          <a:prstGeom prst="rect">
            <a:avLst/>
          </a:prstGeom>
        </p:spPr>
      </p:pic>
      <p:pic>
        <p:nvPicPr>
          <p:cNvPr id="13" name="Grafik 12">
            <a:extLst>
              <a:ext uri="{FF2B5EF4-FFF2-40B4-BE49-F238E27FC236}">
                <a16:creationId xmlns:a16="http://schemas.microsoft.com/office/drawing/2014/main" id="{75CCE9BD-466C-5AFD-5798-A160A11BDA29}"/>
              </a:ext>
            </a:extLst>
          </p:cNvPr>
          <p:cNvPicPr>
            <a:picLocks noChangeAspect="1"/>
          </p:cNvPicPr>
          <p:nvPr userDrawn="1"/>
        </p:nvPicPr>
        <p:blipFill>
          <a:blip r:embed="rId28">
            <a:alphaModFix amt="25000"/>
          </a:blip>
          <a:stretch>
            <a:fillRect/>
          </a:stretch>
        </p:blipFill>
        <p:spPr>
          <a:xfrm>
            <a:off x="387830" y="1340768"/>
            <a:ext cx="385762" cy="385762"/>
          </a:xfrm>
          <a:prstGeom prst="rect">
            <a:avLst/>
          </a:prstGeom>
        </p:spPr>
      </p:pic>
      <p:sp>
        <p:nvSpPr>
          <p:cNvPr id="9" name="Fußzeilenplatzhalter 4">
            <a:extLst>
              <a:ext uri="{FF2B5EF4-FFF2-40B4-BE49-F238E27FC236}">
                <a16:creationId xmlns:a16="http://schemas.microsoft.com/office/drawing/2014/main" id="{1DA59C07-5201-00A1-45EF-C99BF4AEF5C2}"/>
              </a:ext>
            </a:extLst>
          </p:cNvPr>
          <p:cNvSpPr>
            <a:spLocks noGrp="1"/>
          </p:cNvSpPr>
          <p:nvPr>
            <p:ph type="ftr" sz="quarter" idx="3"/>
          </p:nvPr>
        </p:nvSpPr>
        <p:spPr>
          <a:xfrm>
            <a:off x="773592" y="6543421"/>
            <a:ext cx="11035820" cy="143867"/>
          </a:xfrm>
          <a:prstGeom prst="rect">
            <a:avLst/>
          </a:prstGeom>
        </p:spPr>
        <p:txBody>
          <a:bodyPr vert="horz" lIns="0" tIns="0" rIns="0" bIns="0" rtlCol="0" anchor="b" anchorCtr="0"/>
          <a:lstStyle>
            <a:lvl1pPr algn="l">
              <a:defRPr sz="1000">
                <a:solidFill>
                  <a:schemeClr val="accent1"/>
                </a:solidFill>
                <a:latin typeface="Proxima Nova"/>
              </a:defRPr>
            </a:lvl1pPr>
          </a:lstStyle>
          <a:p>
            <a:r>
              <a:rPr lang="en-US"/>
              <a:t>Case Studies/ V-SUM-Integration  - C01-S • CRC 1608 Strategic Project to C01 • Patrick Grycz • 20.07.2026</a:t>
            </a:r>
            <a:endParaRPr lang="de-DE" dirty="0">
              <a:latin typeface="Minion Pro" panose="02040503050306020203" pitchFamily="18" charset="0"/>
            </a:endParaRPr>
          </a:p>
        </p:txBody>
      </p:sp>
    </p:spTree>
    <p:extLst>
      <p:ext uri="{BB962C8B-B14F-4D97-AF65-F5344CB8AC3E}">
        <p14:creationId xmlns:p14="http://schemas.microsoft.com/office/powerpoint/2010/main" val="253353586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800" b="1" kern="1200" cap="all" baseline="0">
          <a:solidFill>
            <a:srgbClr val="000000"/>
          </a:solidFill>
          <a:latin typeface="Proxima Nova"/>
          <a:ea typeface="+mj-ea"/>
          <a:cs typeface="+mj-cs"/>
        </a:defRPr>
      </a:lvl1pPr>
    </p:titleStyle>
    <p:bodyStyle>
      <a:lvl1pPr marL="0" indent="0" algn="l" defTabSz="914400" rtl="0" eaLnBrk="1" latinLnBrk="0" hangingPunct="1">
        <a:lnSpc>
          <a:spcPct val="100000"/>
        </a:lnSpc>
        <a:spcBef>
          <a:spcPts val="0"/>
        </a:spcBef>
        <a:spcAft>
          <a:spcPts val="400"/>
        </a:spcAft>
        <a:buFont typeface="Arial" panose="020B0604020202020204" pitchFamily="34" charset="0"/>
        <a:buNone/>
        <a:defRPr sz="1800" kern="1200">
          <a:solidFill>
            <a:schemeClr val="tx2"/>
          </a:solidFill>
          <a:latin typeface="Proxima Nova"/>
          <a:ea typeface="+mn-ea"/>
          <a:cs typeface="+mn-cs"/>
        </a:defRPr>
      </a:lvl1pPr>
      <a:lvl2pPr marL="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rgbClr val="000000"/>
          </a:solidFill>
          <a:latin typeface="Proxima Nova"/>
          <a:ea typeface="+mn-ea"/>
          <a:cs typeface="+mn-cs"/>
        </a:defRPr>
      </a:lvl2pPr>
      <a:lvl3pPr marL="270000" indent="-180000" algn="l" defTabSz="914400" rtl="0" eaLnBrk="1" latinLnBrk="0" hangingPunct="1">
        <a:lnSpc>
          <a:spcPct val="100000"/>
        </a:lnSpc>
        <a:spcBef>
          <a:spcPts val="0"/>
        </a:spcBef>
        <a:spcAft>
          <a:spcPts val="400"/>
        </a:spcAft>
        <a:buClr>
          <a:schemeClr val="accent1"/>
        </a:buClr>
        <a:buFont typeface="Wingdings" pitchFamily="2" charset="2"/>
        <a:buChar char="§"/>
        <a:defRPr sz="1600" kern="1200">
          <a:solidFill>
            <a:srgbClr val="000000"/>
          </a:solidFill>
          <a:latin typeface="Proxima Nova"/>
          <a:ea typeface="+mn-ea"/>
          <a:cs typeface="+mn-cs"/>
        </a:defRPr>
      </a:lvl3pPr>
      <a:lvl4pPr marL="540000" indent="-180000" algn="l" defTabSz="914400" rtl="0" eaLnBrk="1" latinLnBrk="0" hangingPunct="1">
        <a:lnSpc>
          <a:spcPct val="100000"/>
        </a:lnSpc>
        <a:spcBef>
          <a:spcPts val="0"/>
        </a:spcBef>
        <a:spcAft>
          <a:spcPts val="400"/>
        </a:spcAft>
        <a:buClr>
          <a:schemeClr val="accent2"/>
        </a:buClr>
        <a:buFont typeface="Wingdings" pitchFamily="2" charset="2"/>
        <a:buChar char="§"/>
        <a:defRPr sz="1600" kern="1200">
          <a:solidFill>
            <a:srgbClr val="000000"/>
          </a:solidFill>
          <a:latin typeface="Proxima Nova"/>
          <a:ea typeface="+mn-ea"/>
          <a:cs typeface="+mn-cs"/>
        </a:defRPr>
      </a:lvl4pPr>
      <a:lvl5pPr marL="811213" indent="-180000" algn="l" defTabSz="914400" rtl="0" eaLnBrk="1" latinLnBrk="0" hangingPunct="1">
        <a:lnSpc>
          <a:spcPct val="100000"/>
        </a:lnSpc>
        <a:spcBef>
          <a:spcPts val="0"/>
        </a:spcBef>
        <a:spcAft>
          <a:spcPts val="400"/>
        </a:spcAft>
        <a:buClr>
          <a:schemeClr val="accent2"/>
        </a:buClr>
        <a:buFont typeface="Wingdings" pitchFamily="2" charset="2"/>
        <a:buChar char="§"/>
        <a:defRPr sz="1600" kern="1200">
          <a:solidFill>
            <a:srgbClr val="000000"/>
          </a:solidFill>
          <a:latin typeface="Proxima Nova"/>
          <a:ea typeface="+mn-ea"/>
          <a:cs typeface="+mn-cs"/>
        </a:defRPr>
      </a:lvl5pPr>
      <a:lvl6pPr marL="1080000" indent="-180000" algn="l" defTabSz="914400" rtl="0" eaLnBrk="1" latinLnBrk="0" hangingPunct="1">
        <a:lnSpc>
          <a:spcPct val="100000"/>
        </a:lnSpc>
        <a:spcBef>
          <a:spcPts val="0"/>
        </a:spcBef>
        <a:spcAft>
          <a:spcPts val="400"/>
        </a:spcAft>
        <a:buClr>
          <a:schemeClr val="accent2"/>
        </a:buClr>
        <a:buFont typeface="Wingdings" pitchFamily="2" charset="2"/>
        <a:buChar char="§"/>
        <a:defRPr sz="1600" kern="1200">
          <a:solidFill>
            <a:srgbClr val="000000"/>
          </a:solidFill>
          <a:latin typeface="Proxima Nova"/>
          <a:ea typeface="+mn-ea"/>
          <a:cs typeface="+mn-cs"/>
        </a:defRPr>
      </a:lvl6pPr>
      <a:lvl7pPr marL="1350000" indent="-180000" algn="l" defTabSz="914400" rtl="0" eaLnBrk="1" latinLnBrk="0" hangingPunct="1">
        <a:lnSpc>
          <a:spcPct val="100000"/>
        </a:lnSpc>
        <a:spcBef>
          <a:spcPts val="0"/>
        </a:spcBef>
        <a:spcAft>
          <a:spcPts val="400"/>
        </a:spcAft>
        <a:buClr>
          <a:schemeClr val="accent2"/>
        </a:buClr>
        <a:buFont typeface="Wingdings" pitchFamily="2" charset="2"/>
        <a:buChar char="§"/>
        <a:tabLst/>
        <a:defRPr sz="1600" kern="1200">
          <a:solidFill>
            <a:srgbClr val="000000"/>
          </a:solidFill>
          <a:latin typeface="Proxima Nova"/>
          <a:ea typeface="+mn-ea"/>
          <a:cs typeface="+mn-cs"/>
        </a:defRPr>
      </a:lvl7pPr>
      <a:lvl8pPr marL="1620000" indent="-180000" algn="l" defTabSz="914400" rtl="0" eaLnBrk="1" latinLnBrk="0" hangingPunct="1">
        <a:lnSpc>
          <a:spcPct val="100000"/>
        </a:lnSpc>
        <a:spcBef>
          <a:spcPts val="0"/>
        </a:spcBef>
        <a:spcAft>
          <a:spcPts val="400"/>
        </a:spcAft>
        <a:buClr>
          <a:schemeClr val="accent2"/>
        </a:buClr>
        <a:buFont typeface="Wingdings" pitchFamily="2" charset="2"/>
        <a:buChar char="§"/>
        <a:defRPr sz="1600" kern="1200">
          <a:solidFill>
            <a:srgbClr val="000000"/>
          </a:solidFill>
          <a:latin typeface="Proxima Nova"/>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62">
          <p15:clr>
            <a:srgbClr val="F26B43"/>
          </p15:clr>
        </p15:guide>
        <p15:guide id="2" pos="257">
          <p15:clr>
            <a:srgbClr val="F26B43"/>
          </p15:clr>
        </p15:guide>
        <p15:guide id="3" pos="7423">
          <p15:clr>
            <a:srgbClr val="F26B43"/>
          </p15:clr>
        </p15:guide>
        <p15:guide id="5" orient="horz" pos="1185">
          <p15:clr>
            <a:srgbClr val="F26B43"/>
          </p15:clr>
        </p15:guide>
        <p15:guide id="6" orient="horz" pos="3952">
          <p15:clr>
            <a:srgbClr val="F26B43"/>
          </p15:clr>
        </p15:guide>
        <p15:guide id="7" pos="3840">
          <p15:clr>
            <a:srgbClr val="F26B43"/>
          </p15:clr>
        </p15:guide>
        <p15:guide id="9" pos="4021">
          <p15:clr>
            <a:srgbClr val="F26B43"/>
          </p15:clr>
        </p15:guide>
        <p15:guide id="11" pos="3659">
          <p15:clr>
            <a:srgbClr val="F26B43"/>
          </p15:clr>
        </p15:guide>
        <p15:guide id="14" orient="horz" pos="232">
          <p15:clr>
            <a:srgbClr val="F26B43"/>
          </p15:clr>
        </p15:guide>
        <p15:guide id="15" pos="6630">
          <p15:clr>
            <a:srgbClr val="F26B43"/>
          </p15:clr>
        </p15:guide>
        <p15:guide id="16" orient="horz" pos="4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2AC8670-2373-ACE7-1748-0B4F79D1DCA9}"/>
              </a:ext>
            </a:extLst>
          </p:cNvPr>
          <p:cNvSpPr>
            <a:spLocks noGrp="1"/>
          </p:cNvSpPr>
          <p:nvPr>
            <p:ph type="title"/>
          </p:nvPr>
        </p:nvSpPr>
        <p:spPr bwMode="gray">
          <a:xfrm>
            <a:off x="371475" y="368907"/>
            <a:ext cx="11449050" cy="1007455"/>
          </a:xfrm>
          <a:prstGeom prst="rect">
            <a:avLst/>
          </a:prstGeom>
        </p:spPr>
        <p:txBody>
          <a:bodyPr vert="horz" lIns="0" tIns="0" rIns="0" bIns="0" rtlCol="0" anchor="t">
            <a:noAutofit/>
          </a:bodyPr>
          <a:lstStyle/>
          <a:p>
            <a:pPr lvl="0"/>
            <a:r>
              <a:rPr lang="en-US" dirty="0"/>
              <a:t>Add Title</a:t>
            </a:r>
          </a:p>
        </p:txBody>
      </p:sp>
      <p:sp>
        <p:nvSpPr>
          <p:cNvPr id="3" name="Textplatzhalter 2">
            <a:extLst>
              <a:ext uri="{FF2B5EF4-FFF2-40B4-BE49-F238E27FC236}">
                <a16:creationId xmlns:a16="http://schemas.microsoft.com/office/drawing/2014/main" id="{4AF615B8-B68C-BFF2-C357-D019188813E1}"/>
              </a:ext>
            </a:extLst>
          </p:cNvPr>
          <p:cNvSpPr>
            <a:spLocks noGrp="1"/>
          </p:cNvSpPr>
          <p:nvPr>
            <p:ph type="body" idx="1"/>
          </p:nvPr>
        </p:nvSpPr>
        <p:spPr bwMode="gray">
          <a:xfrm>
            <a:off x="371475" y="1592262"/>
            <a:ext cx="11449050" cy="4681538"/>
          </a:xfrm>
          <a:prstGeom prst="rect">
            <a:avLst/>
          </a:prstGeom>
        </p:spPr>
        <p:txBody>
          <a:bodyPr vert="horz" lIns="0" tIns="0" rIns="0" bIns="0" rtlCol="0">
            <a:noAutofit/>
          </a:bodyPr>
          <a:lstStyle/>
          <a:p>
            <a:pPr lvl="0"/>
            <a:r>
              <a:rPr lang="en-US" dirty="0"/>
              <a:t>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6"/>
            <a:r>
              <a:rPr lang="en-US" dirty="0"/>
              <a:t>Eighth level</a:t>
            </a:r>
          </a:p>
          <a:p>
            <a:pPr lvl="7"/>
            <a:r>
              <a:rPr lang="en-US" dirty="0"/>
              <a:t>Ninth level</a:t>
            </a:r>
          </a:p>
        </p:txBody>
      </p:sp>
      <p:sp>
        <p:nvSpPr>
          <p:cNvPr id="5" name="Fußzeilenplatzhalter 4">
            <a:extLst>
              <a:ext uri="{FF2B5EF4-FFF2-40B4-BE49-F238E27FC236}">
                <a16:creationId xmlns:a16="http://schemas.microsoft.com/office/drawing/2014/main" id="{EA10645A-C6A4-0669-9312-4601E18860CE}"/>
              </a:ext>
            </a:extLst>
          </p:cNvPr>
          <p:cNvSpPr>
            <a:spLocks noGrp="1"/>
          </p:cNvSpPr>
          <p:nvPr>
            <p:ph type="ftr" sz="quarter" idx="3"/>
          </p:nvPr>
        </p:nvSpPr>
        <p:spPr bwMode="gray">
          <a:xfrm>
            <a:off x="2100263" y="6273800"/>
            <a:ext cx="5832475" cy="584200"/>
          </a:xfrm>
          <a:prstGeom prst="rect">
            <a:avLst/>
          </a:prstGeom>
        </p:spPr>
        <p:txBody>
          <a:bodyPr vert="horz" lIns="0" tIns="36000" rIns="0" bIns="0" rtlCol="0" anchor="ctr">
            <a:noAutofit/>
          </a:bodyPr>
          <a:lstStyle>
            <a:lvl1pPr algn="l">
              <a:defRPr sz="1100">
                <a:solidFill>
                  <a:schemeClr val="bg2"/>
                </a:solidFill>
              </a:defRPr>
            </a:lvl1pPr>
          </a:lstStyle>
          <a:p>
            <a:r>
              <a:rPr lang="en-US" noProof="1"/>
              <a:t>Case Studies/ V-SUM-Integration  - C01-S • CRC 1608 Strategic Project to C01 • Patrick Grycz • 20.07.2026</a:t>
            </a:r>
          </a:p>
        </p:txBody>
      </p:sp>
      <p:sp>
        <p:nvSpPr>
          <p:cNvPr id="6" name="Foliennummernplatzhalter 5">
            <a:extLst>
              <a:ext uri="{FF2B5EF4-FFF2-40B4-BE49-F238E27FC236}">
                <a16:creationId xmlns:a16="http://schemas.microsoft.com/office/drawing/2014/main" id="{215839F2-D397-6E48-3A61-2C5024B4E3CF}"/>
              </a:ext>
            </a:extLst>
          </p:cNvPr>
          <p:cNvSpPr>
            <a:spLocks noGrp="1"/>
          </p:cNvSpPr>
          <p:nvPr>
            <p:ph type="sldNum" sz="quarter" idx="4"/>
          </p:nvPr>
        </p:nvSpPr>
        <p:spPr bwMode="gray">
          <a:xfrm>
            <a:off x="371475" y="6273800"/>
            <a:ext cx="575953" cy="584200"/>
          </a:xfrm>
          <a:prstGeom prst="rect">
            <a:avLst/>
          </a:prstGeom>
        </p:spPr>
        <p:txBody>
          <a:bodyPr vert="horz" lIns="0" tIns="36000" rIns="0" bIns="0" rtlCol="0" anchor="ctr">
            <a:noAutofit/>
          </a:bodyPr>
          <a:lstStyle>
            <a:lvl1pPr algn="l">
              <a:defRPr sz="1100">
                <a:solidFill>
                  <a:schemeClr val="bg2"/>
                </a:solidFill>
              </a:defRPr>
            </a:lvl1pPr>
          </a:lstStyle>
          <a:p>
            <a:fld id="{776FC98F-84AD-404B-BCCB-49E092AA6DE0}" type="slidenum">
              <a:rPr lang="en-US" noProof="1" smtClean="0"/>
              <a:pPr/>
              <a:t>‹Nr.›</a:t>
            </a:fld>
            <a:endParaRPr lang="en-US" noProof="1"/>
          </a:p>
        </p:txBody>
      </p:sp>
      <p:grpSp>
        <p:nvGrpSpPr>
          <p:cNvPr id="35" name="Gruppieren 34">
            <a:extLst>
              <a:ext uri="{FF2B5EF4-FFF2-40B4-BE49-F238E27FC236}">
                <a16:creationId xmlns:a16="http://schemas.microsoft.com/office/drawing/2014/main" id="{890F709B-A2DC-57A5-E7E6-8518482A8044}"/>
              </a:ext>
            </a:extLst>
          </p:cNvPr>
          <p:cNvGrpSpPr>
            <a:grpSpLocks/>
          </p:cNvGrpSpPr>
          <p:nvPr userDrawn="1"/>
        </p:nvGrpSpPr>
        <p:grpSpPr bwMode="gray">
          <a:xfrm>
            <a:off x="11140463" y="6437457"/>
            <a:ext cx="689586" cy="247362"/>
            <a:chOff x="11189494" y="381000"/>
            <a:chExt cx="621506" cy="222941"/>
          </a:xfrm>
        </p:grpSpPr>
        <p:sp>
          <p:nvSpPr>
            <p:cNvPr id="36" name="Freihandform: Form 35">
              <a:extLst>
                <a:ext uri="{FF2B5EF4-FFF2-40B4-BE49-F238E27FC236}">
                  <a16:creationId xmlns:a16="http://schemas.microsoft.com/office/drawing/2014/main" id="{5EBFDC3C-E9B5-878F-6873-AAF6A36E768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37" name="Freihandform: Form 36">
              <a:extLst>
                <a:ext uri="{FF2B5EF4-FFF2-40B4-BE49-F238E27FC236}">
                  <a16:creationId xmlns:a16="http://schemas.microsoft.com/office/drawing/2014/main" id="{6035EDC6-B9F4-55AD-87D2-DD2E60B1592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Datumsplatzhalter 6">
            <a:extLst>
              <a:ext uri="{FF2B5EF4-FFF2-40B4-BE49-F238E27FC236}">
                <a16:creationId xmlns:a16="http://schemas.microsoft.com/office/drawing/2014/main" id="{DA50F823-CF9B-29C2-AD0C-5871331358CE}"/>
              </a:ext>
            </a:extLst>
          </p:cNvPr>
          <p:cNvSpPr>
            <a:spLocks noGrp="1"/>
          </p:cNvSpPr>
          <p:nvPr>
            <p:ph type="dt" sz="half" idx="2"/>
          </p:nvPr>
        </p:nvSpPr>
        <p:spPr>
          <a:xfrm>
            <a:off x="947428" y="6273800"/>
            <a:ext cx="1152835" cy="584200"/>
          </a:xfrm>
          <a:prstGeom prst="rect">
            <a:avLst/>
          </a:prstGeom>
        </p:spPr>
        <p:txBody>
          <a:bodyPr vert="horz" lIns="0" tIns="36000" rIns="0" bIns="0" rtlCol="0" anchor="ctr"/>
          <a:lstStyle>
            <a:lvl1pPr algn="l">
              <a:defRPr sz="1100">
                <a:solidFill>
                  <a:schemeClr val="bg2"/>
                </a:solidFill>
              </a:defRPr>
            </a:lvl1pPr>
          </a:lstStyle>
          <a:p>
            <a:endParaRPr lang="en-US" noProof="1"/>
          </a:p>
        </p:txBody>
      </p:sp>
      <p:pic>
        <p:nvPicPr>
          <p:cNvPr id="10" name="Grafik 9">
            <a:extLst>
              <a:ext uri="{FF2B5EF4-FFF2-40B4-BE49-F238E27FC236}">
                <a16:creationId xmlns:a16="http://schemas.microsoft.com/office/drawing/2014/main" id="{9C9373BB-03A0-453C-A20F-5D6E41956DD6}"/>
              </a:ext>
            </a:extLst>
          </p:cNvPr>
          <p:cNvPicPr>
            <a:picLocks noChangeAspect="1"/>
          </p:cNvPicPr>
          <p:nvPr userDrawn="1"/>
        </p:nvPicPr>
        <p:blipFill rotWithShape="1">
          <a:blip r:embed="rId53"/>
          <a:srcRect t="13826" b="21727"/>
          <a:stretch/>
        </p:blipFill>
        <p:spPr>
          <a:xfrm>
            <a:off x="9967643" y="6436171"/>
            <a:ext cx="1030430" cy="248400"/>
          </a:xfrm>
          <a:prstGeom prst="rect">
            <a:avLst/>
          </a:prstGeom>
        </p:spPr>
      </p:pic>
      <p:pic>
        <p:nvPicPr>
          <p:cNvPr id="9" name="Grafik 8">
            <a:extLst>
              <a:ext uri="{FF2B5EF4-FFF2-40B4-BE49-F238E27FC236}">
                <a16:creationId xmlns:a16="http://schemas.microsoft.com/office/drawing/2014/main" id="{039D450C-63BC-4B7A-B823-1F6D10525248}"/>
              </a:ext>
            </a:extLst>
          </p:cNvPr>
          <p:cNvPicPr>
            <a:picLocks noChangeAspect="1"/>
          </p:cNvPicPr>
          <p:nvPr userDrawn="1"/>
        </p:nvPicPr>
        <p:blipFill>
          <a:blip r:embed="rId54"/>
          <a:stretch>
            <a:fillRect/>
          </a:stretch>
        </p:blipFill>
        <p:spPr>
          <a:xfrm>
            <a:off x="9085573" y="6436171"/>
            <a:ext cx="739680" cy="248400"/>
          </a:xfrm>
          <a:prstGeom prst="rect">
            <a:avLst/>
          </a:prstGeom>
        </p:spPr>
      </p:pic>
    </p:spTree>
    <p:extLst>
      <p:ext uri="{BB962C8B-B14F-4D97-AF65-F5344CB8AC3E}">
        <p14:creationId xmlns:p14="http://schemas.microsoft.com/office/powerpoint/2010/main" val="2215673331"/>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19" r:id="rId29"/>
    <p:sldLayoutId id="2147483820" r:id="rId30"/>
    <p:sldLayoutId id="2147483821" r:id="rId31"/>
    <p:sldLayoutId id="2147483822" r:id="rId32"/>
    <p:sldLayoutId id="2147483823" r:id="rId33"/>
    <p:sldLayoutId id="2147483824" r:id="rId34"/>
    <p:sldLayoutId id="2147483825" r:id="rId35"/>
    <p:sldLayoutId id="2147483826" r:id="rId36"/>
    <p:sldLayoutId id="2147483827" r:id="rId37"/>
    <p:sldLayoutId id="2147483828" r:id="rId38"/>
    <p:sldLayoutId id="2147483829" r:id="rId39"/>
    <p:sldLayoutId id="2147483830" r:id="rId40"/>
    <p:sldLayoutId id="2147483831" r:id="rId41"/>
    <p:sldLayoutId id="2147483832" r:id="rId42"/>
    <p:sldLayoutId id="2147483833" r:id="rId43"/>
    <p:sldLayoutId id="2147483834" r:id="rId44"/>
    <p:sldLayoutId id="2147483835" r:id="rId45"/>
    <p:sldLayoutId id="2147483836" r:id="rId46"/>
    <p:sldLayoutId id="2147483837" r:id="rId47"/>
    <p:sldLayoutId id="2147483838" r:id="rId48"/>
    <p:sldLayoutId id="2147483839" r:id="rId49"/>
    <p:sldLayoutId id="2147483840" r:id="rId50"/>
    <p:sldLayoutId id="2147483841" r:id="rId51"/>
  </p:sldLayoutIdLst>
  <p:transition>
    <p:fade/>
  </p:transition>
  <p:hf hdr="0" ftr="0" dt="0"/>
  <p:txStyles>
    <p:titleStyle>
      <a:lvl1pPr algn="l" defTabSz="914400" rtl="0" eaLnBrk="1" latinLnBrk="0" hangingPunct="1">
        <a:lnSpc>
          <a:spcPct val="80000"/>
        </a:lnSpc>
        <a:spcBef>
          <a:spcPct val="0"/>
        </a:spcBef>
        <a:buNone/>
        <a:defRPr sz="35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tx1"/>
          </a:solidFill>
          <a:latin typeface="+mn-lt"/>
          <a:ea typeface="+mn-ea"/>
          <a:cs typeface="+mn-cs"/>
        </a:defRPr>
      </a:lvl1pPr>
      <a:lvl2pPr marL="270000" indent="-2700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270000" indent="-270000" algn="l" defTabSz="914400" rtl="0" eaLnBrk="1" latinLnBrk="0" hangingPunct="1">
        <a:lnSpc>
          <a:spcPct val="100000"/>
        </a:lnSpc>
        <a:spcBef>
          <a:spcPts val="300"/>
        </a:spcBef>
        <a:spcAft>
          <a:spcPts val="300"/>
        </a:spcAft>
        <a:buClr>
          <a:schemeClr val="accent1"/>
        </a:buClr>
        <a:buFont typeface="+mj-lt"/>
        <a:buAutoNum type="arabicPeriod"/>
        <a:defRPr sz="1600" kern="1200">
          <a:solidFill>
            <a:schemeClr val="tx1"/>
          </a:solidFill>
          <a:latin typeface="+mn-lt"/>
          <a:ea typeface="+mn-ea"/>
          <a:cs typeface="+mn-cs"/>
        </a:defRPr>
      </a:lvl3pPr>
      <a:lvl4pPr marL="540000" indent="-270000" algn="l" defTabSz="914400" rtl="0" eaLnBrk="1" latinLnBrk="0" hangingPunct="1">
        <a:lnSpc>
          <a:spcPct val="100000"/>
        </a:lnSpc>
        <a:spcBef>
          <a:spcPts val="0"/>
        </a:spcBef>
        <a:spcAft>
          <a:spcPts val="300"/>
        </a:spcAft>
        <a:buClr>
          <a:schemeClr val="accent1"/>
        </a:buClr>
        <a:buFont typeface="Symbol" panose="05050102010706020507" pitchFamily="18" charset="2"/>
        <a:buChar char="-"/>
        <a:defRPr sz="1600" kern="1200">
          <a:solidFill>
            <a:schemeClr val="tx1"/>
          </a:solidFill>
          <a:latin typeface="+mn-lt"/>
          <a:ea typeface="+mn-ea"/>
          <a:cs typeface="+mn-cs"/>
        </a:defRPr>
      </a:lvl4pPr>
      <a:lvl5pPr marL="540000" indent="-270000" algn="l" defTabSz="914400" rtl="0" eaLnBrk="1" latinLnBrk="0" hangingPunct="1">
        <a:lnSpc>
          <a:spcPct val="100000"/>
        </a:lnSpc>
        <a:spcBef>
          <a:spcPts val="0"/>
        </a:spcBef>
        <a:spcAft>
          <a:spcPts val="300"/>
        </a:spcAft>
        <a:buClr>
          <a:schemeClr val="accent1"/>
        </a:buClr>
        <a:buFont typeface="+mj-lt"/>
        <a:buAutoNum type="alphaLcPeriod"/>
        <a:defRPr sz="16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accent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234">
          <p15:clr>
            <a:srgbClr val="F26B43"/>
          </p15:clr>
        </p15:guide>
        <p15:guide id="3" pos="7446">
          <p15:clr>
            <a:srgbClr val="F26B43"/>
          </p15:clr>
        </p15:guide>
        <p15:guide id="4" pos="1323">
          <p15:clr>
            <a:srgbClr val="F26B43"/>
          </p15:clr>
        </p15:guide>
        <p15:guide id="5" pos="1459">
          <p15:clr>
            <a:srgbClr val="F26B43"/>
          </p15:clr>
        </p15:guide>
        <p15:guide id="6" pos="2547">
          <p15:clr>
            <a:srgbClr val="F26B43"/>
          </p15:clr>
        </p15:guide>
        <p15:guide id="7" pos="2683">
          <p15:clr>
            <a:srgbClr val="F26B43"/>
          </p15:clr>
        </p15:guide>
        <p15:guide id="8" pos="3772">
          <p15:clr>
            <a:srgbClr val="F26B43"/>
          </p15:clr>
        </p15:guide>
        <p15:guide id="9" pos="3908">
          <p15:clr>
            <a:srgbClr val="F26B43"/>
          </p15:clr>
        </p15:guide>
        <p15:guide id="10" pos="4997">
          <p15:clr>
            <a:srgbClr val="F26B43"/>
          </p15:clr>
        </p15:guide>
        <p15:guide id="11" pos="5133">
          <p15:clr>
            <a:srgbClr val="F26B43"/>
          </p15:clr>
        </p15:guide>
        <p15:guide id="12" pos="6221">
          <p15:clr>
            <a:srgbClr val="F26B43"/>
          </p15:clr>
        </p15:guide>
        <p15:guide id="13" pos="6357">
          <p15:clr>
            <a:srgbClr val="F26B43"/>
          </p15:clr>
        </p15:guide>
        <p15:guide id="14" pos="1935">
          <p15:clr>
            <a:srgbClr val="5ACBF0"/>
          </p15:clr>
        </p15:guide>
        <p15:guide id="15" pos="2071">
          <p15:clr>
            <a:srgbClr val="5ACBF0"/>
          </p15:clr>
        </p15:guide>
        <p15:guide id="16" pos="5609">
          <p15:clr>
            <a:srgbClr val="5ACBF0"/>
          </p15:clr>
        </p15:guide>
        <p15:guide id="17" pos="5745">
          <p15:clr>
            <a:srgbClr val="5ACBF0"/>
          </p15:clr>
        </p15:guide>
        <p15:guide id="18" orient="horz" pos="867">
          <p15:clr>
            <a:srgbClr val="F26B43"/>
          </p15:clr>
        </p15:guide>
        <p15:guide id="19" orient="horz" pos="1003">
          <p15:clr>
            <a:srgbClr val="F26B43"/>
          </p15:clr>
        </p15:guide>
        <p15:guide id="20" orient="horz" pos="1638">
          <p15:clr>
            <a:srgbClr val="F26B43"/>
          </p15:clr>
        </p15:guide>
        <p15:guide id="21" orient="horz" pos="1774">
          <p15:clr>
            <a:srgbClr val="F26B43"/>
          </p15:clr>
        </p15:guide>
        <p15:guide id="22" orient="horz" pos="2409">
          <p15:clr>
            <a:srgbClr val="F26B43"/>
          </p15:clr>
        </p15:guide>
        <p15:guide id="23" orient="horz" pos="2546">
          <p15:clr>
            <a:srgbClr val="F26B43"/>
          </p15:clr>
        </p15:guide>
        <p15:guide id="24" orient="horz" pos="3181">
          <p15:clr>
            <a:srgbClr val="F26B43"/>
          </p15:clr>
        </p15:guide>
        <p15:guide id="25" orient="horz" pos="3317">
          <p15:clr>
            <a:srgbClr val="F26B43"/>
          </p15:clr>
        </p15:guide>
        <p15:guide id="26" orient="horz" pos="39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4.xml.rels><?xml version="1.0" encoding="UTF-8" standalone="yes"?>
<Relationships xmlns="http://schemas.openxmlformats.org/package/2006/relationships"><Relationship Id="rId13" Type="http://schemas.openxmlformats.org/officeDocument/2006/relationships/image" Target="../media/image25.png"/><Relationship Id="rId18" Type="http://schemas.openxmlformats.org/officeDocument/2006/relationships/image" Target="../media/image270.png"/><Relationship Id="rId39" Type="http://schemas.openxmlformats.org/officeDocument/2006/relationships/image" Target="../media/image370.png"/><Relationship Id="rId21" Type="http://schemas.openxmlformats.org/officeDocument/2006/relationships/customXml" Target="../ink/ink7.xml"/><Relationship Id="rId34" Type="http://schemas.openxmlformats.org/officeDocument/2006/relationships/image" Target="../media/image340.png"/><Relationship Id="rId42" Type="http://schemas.openxmlformats.org/officeDocument/2006/relationships/customXml" Target="../ink/ink14.xml"/><Relationship Id="rId7" Type="http://schemas.openxmlformats.org/officeDocument/2006/relationships/customXml" Target="../ink/ink1.xml"/><Relationship Id="rId12" Type="http://schemas.openxmlformats.org/officeDocument/2006/relationships/customXml" Target="../ink/ink3.xml"/><Relationship Id="rId17" Type="http://schemas.openxmlformats.org/officeDocument/2006/relationships/customXml" Target="../ink/ink5.xml"/><Relationship Id="rId33" Type="http://schemas.openxmlformats.org/officeDocument/2006/relationships/customXml" Target="../ink/ink10.xml"/><Relationship Id="rId38" Type="http://schemas.openxmlformats.org/officeDocument/2006/relationships/customXml" Target="../ink/ink12.xml"/><Relationship Id="rId2" Type="http://schemas.openxmlformats.org/officeDocument/2006/relationships/image" Target="../media/image18.png"/><Relationship Id="rId16" Type="http://schemas.openxmlformats.org/officeDocument/2006/relationships/image" Target="../media/image260.png"/><Relationship Id="rId20" Type="http://schemas.openxmlformats.org/officeDocument/2006/relationships/image" Target="../media/image280.png"/><Relationship Id="rId41" Type="http://schemas.openxmlformats.org/officeDocument/2006/relationships/image" Target="../media/image38.png"/><Relationship Id="rId1" Type="http://schemas.openxmlformats.org/officeDocument/2006/relationships/slideLayout" Target="../slideLayouts/slideLayout126.xml"/><Relationship Id="rId6" Type="http://schemas.openxmlformats.org/officeDocument/2006/relationships/image" Target="../media/image22.png"/><Relationship Id="rId11" Type="http://schemas.openxmlformats.org/officeDocument/2006/relationships/image" Target="../media/image24.png"/><Relationship Id="rId24" Type="http://schemas.openxmlformats.org/officeDocument/2006/relationships/customXml" Target="../ink/ink8.xml"/><Relationship Id="rId32" Type="http://schemas.openxmlformats.org/officeDocument/2006/relationships/image" Target="../media/image330.png"/><Relationship Id="rId37" Type="http://schemas.openxmlformats.org/officeDocument/2006/relationships/image" Target="../media/image28.png"/><Relationship Id="rId40" Type="http://schemas.openxmlformats.org/officeDocument/2006/relationships/customXml" Target="../ink/ink13.xml"/><Relationship Id="rId45" Type="http://schemas.openxmlformats.org/officeDocument/2006/relationships/image" Target="../media/image40.png"/><Relationship Id="rId5" Type="http://schemas.openxmlformats.org/officeDocument/2006/relationships/image" Target="../media/image21.png"/><Relationship Id="rId15" Type="http://schemas.openxmlformats.org/officeDocument/2006/relationships/customXml" Target="../ink/ink4.xml"/><Relationship Id="rId23" Type="http://schemas.openxmlformats.org/officeDocument/2006/relationships/image" Target="../media/image27.png"/><Relationship Id="rId36" Type="http://schemas.openxmlformats.org/officeDocument/2006/relationships/image" Target="../media/image350.png"/><Relationship Id="rId10" Type="http://schemas.openxmlformats.org/officeDocument/2006/relationships/customXml" Target="../ink/ink2.xml"/><Relationship Id="rId19" Type="http://schemas.openxmlformats.org/officeDocument/2006/relationships/customXml" Target="../ink/ink6.xml"/><Relationship Id="rId31" Type="http://schemas.openxmlformats.org/officeDocument/2006/relationships/customXml" Target="../ink/ink9.xml"/><Relationship Id="rId44" Type="http://schemas.openxmlformats.org/officeDocument/2006/relationships/customXml" Target="../ink/ink15.xml"/><Relationship Id="rId4" Type="http://schemas.openxmlformats.org/officeDocument/2006/relationships/image" Target="../media/image20.png"/><Relationship Id="rId9" Type="http://schemas.openxmlformats.org/officeDocument/2006/relationships/image" Target="../media/image23.png"/><Relationship Id="rId14" Type="http://schemas.openxmlformats.org/officeDocument/2006/relationships/image" Target="../media/image26.png"/><Relationship Id="rId22" Type="http://schemas.openxmlformats.org/officeDocument/2006/relationships/image" Target="../media/image290.png"/><Relationship Id="rId30" Type="http://schemas.openxmlformats.org/officeDocument/2006/relationships/image" Target="../media/image320.png"/><Relationship Id="rId35" Type="http://schemas.openxmlformats.org/officeDocument/2006/relationships/customXml" Target="../ink/ink11.xml"/><Relationship Id="rId43" Type="http://schemas.openxmlformats.org/officeDocument/2006/relationships/image" Target="../media/image39.png"/><Relationship Id="rId8" Type="http://schemas.openxmlformats.org/officeDocument/2006/relationships/image" Target="../media/image226.png"/><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12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3.png"/><Relationship Id="rId2" Type="http://schemas.openxmlformats.org/officeDocument/2006/relationships/image" Target="../media/image36.png"/><Relationship Id="rId1" Type="http://schemas.openxmlformats.org/officeDocument/2006/relationships/slideLayout" Target="../slideLayouts/slideLayout126.xml"/><Relationship Id="rId6" Type="http://schemas.openxmlformats.org/officeDocument/2006/relationships/customXml" Target="../ink/ink16.xml"/><Relationship Id="rId5" Type="http://schemas.openxmlformats.org/officeDocument/2006/relationships/image" Target="../media/image42.png"/><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6.xml"/><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56.xml"/><Relationship Id="rId6" Type="http://schemas.openxmlformats.org/officeDocument/2006/relationships/comments" Target="../comments/comment1.xml"/><Relationship Id="rId5"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1667869E-588A-3EB3-DF09-6FF9B0B0F970}"/>
              </a:ext>
            </a:extLst>
          </p:cNvPr>
          <p:cNvSpPr>
            <a:spLocks noGrp="1"/>
          </p:cNvSpPr>
          <p:nvPr>
            <p:ph idx="1"/>
          </p:nvPr>
        </p:nvSpPr>
        <p:spPr/>
        <p:txBody>
          <a:bodyPr/>
          <a:lstStyle/>
          <a:p>
            <a:r>
              <a:rPr lang="de-DE" sz="1400" b="1" dirty="0"/>
              <a:t>Stakeholder:</a:t>
            </a:r>
            <a:endParaRPr lang="de-DE" sz="1400" dirty="0"/>
          </a:p>
          <a:p>
            <a:pPr marL="285750" indent="-285750">
              <a:buFont typeface="Arial" panose="020B0604020202020204" pitchFamily="34" charset="0"/>
              <a:buChar char="•"/>
            </a:pPr>
            <a:r>
              <a:rPr lang="de-DE" sz="1400" b="1" dirty="0"/>
              <a:t>(Projektmanager)</a:t>
            </a:r>
          </a:p>
          <a:p>
            <a:pPr marL="285750" indent="-285750">
              <a:buFont typeface="Arial" panose="020B0604020202020204" pitchFamily="34" charset="0"/>
              <a:buChar char="•"/>
            </a:pPr>
            <a:r>
              <a:rPr lang="de-DE" sz="1400" b="1" dirty="0"/>
              <a:t>Produktentwickler</a:t>
            </a:r>
            <a:r>
              <a:rPr lang="de-DE" sz="1400" dirty="0"/>
              <a:t> </a:t>
            </a:r>
          </a:p>
          <a:p>
            <a:pPr marL="285750" indent="-285750">
              <a:buFont typeface="Arial" panose="020B0604020202020204" pitchFamily="34" charset="0"/>
              <a:buChar char="•"/>
            </a:pPr>
            <a:r>
              <a:rPr lang="de-DE" sz="1400" b="1" dirty="0"/>
              <a:t>Validierungsingenieur</a:t>
            </a:r>
            <a:r>
              <a:rPr lang="de-DE" sz="1400" dirty="0"/>
              <a:t> </a:t>
            </a:r>
          </a:p>
          <a:p>
            <a:pPr marL="285750" indent="-285750">
              <a:buFont typeface="Arial" panose="020B0604020202020204" pitchFamily="34" charset="0"/>
              <a:buChar char="•"/>
            </a:pPr>
            <a:r>
              <a:rPr lang="de-DE" sz="1400" b="1" dirty="0"/>
              <a:t>Vitruvius</a:t>
            </a:r>
            <a:r>
              <a:rPr lang="de-DE" sz="1400" dirty="0"/>
              <a:t> – als technisches Werkzeug zur Erkennung bzw. Propagation von Änderungen über Consistency </a:t>
            </a:r>
            <a:r>
              <a:rPr lang="de-DE" sz="1400" dirty="0" err="1"/>
              <a:t>Preservation</a:t>
            </a:r>
            <a:r>
              <a:rPr lang="de-DE" sz="1400" dirty="0"/>
              <a:t> Rules (CPRs)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1" i="0" u="none" strike="noStrike" cap="none" normalizeH="0" baseline="0" dirty="0">
                <a:ln>
                  <a:noFill/>
                </a:ln>
                <a:solidFill>
                  <a:schemeClr val="tx1"/>
                </a:solidFill>
                <a:effectLst/>
              </a:rPr>
              <a:t>Models / </a:t>
            </a:r>
            <a:r>
              <a:rPr kumimoji="0" lang="de-DE" altLang="de-DE" sz="1400" b="1" i="0" u="none" strike="noStrike" cap="none" normalizeH="0" baseline="0" dirty="0" err="1">
                <a:ln>
                  <a:noFill/>
                </a:ln>
                <a:solidFill>
                  <a:schemeClr val="tx1"/>
                </a:solidFill>
                <a:effectLst/>
              </a:rPr>
              <a:t>Artifacts</a:t>
            </a:r>
            <a:endParaRPr kumimoji="0" lang="de-DE" altLang="de-DE" sz="1400" b="1"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de-DE" altLang="de-DE" sz="1400" b="1" dirty="0"/>
              <a:t>C</a:t>
            </a:r>
            <a:r>
              <a:rPr kumimoji="0" lang="de-DE" altLang="de-DE" sz="1400" b="1" i="0" u="none" strike="noStrike" cap="none" normalizeH="0" baseline="0" dirty="0">
                <a:ln>
                  <a:noFill/>
                </a:ln>
                <a:solidFill>
                  <a:schemeClr val="tx1"/>
                </a:solidFill>
                <a:effectLst/>
              </a:rPr>
              <a:t>ameo-Systemmodell der Bremssystemgenerationen</a:t>
            </a:r>
            <a:endParaRPr lang="de-DE" altLang="de-DE" sz="1400" dirty="0"/>
          </a:p>
          <a:p>
            <a:pPr marL="555750" lvl="1" indent="-285750" eaLnBrk="0" fontAlgn="base" hangingPunct="0">
              <a:spcBef>
                <a:spcPct val="0"/>
              </a:spcBef>
              <a:spcAft>
                <a:spcPct val="0"/>
              </a:spcAft>
              <a:buClrTx/>
              <a:buFont typeface="Arial" panose="020B0604020202020204" pitchFamily="34" charset="0"/>
              <a:buChar char="•"/>
            </a:pPr>
            <a:r>
              <a:rPr kumimoji="0" lang="de-DE" altLang="de-DE" sz="1400" b="0" i="0" u="none" strike="noStrike" cap="none" normalizeH="0" baseline="0" dirty="0">
                <a:ln>
                  <a:noFill/>
                </a:ln>
                <a:solidFill>
                  <a:schemeClr val="tx1"/>
                </a:solidFill>
                <a:effectLst/>
              </a:rPr>
              <a:t>Gn-1: Bremssystem ohne ABS</a:t>
            </a:r>
          </a:p>
          <a:p>
            <a:pPr marL="555750" lvl="1" indent="-285750" eaLnBrk="0" fontAlgn="base" hangingPunct="0">
              <a:spcBef>
                <a:spcPct val="0"/>
              </a:spcBef>
              <a:spcAft>
                <a:spcPct val="0"/>
              </a:spcAft>
              <a:buClrTx/>
              <a:buFont typeface="Arial" panose="020B0604020202020204" pitchFamily="34" charset="0"/>
              <a:buChar char="•"/>
            </a:pPr>
            <a:r>
              <a:rPr kumimoji="0" lang="de-DE" altLang="de-DE" sz="1400" b="0" i="0" u="none" strike="noStrike" cap="none" normalizeH="0" baseline="0" dirty="0">
                <a:ln>
                  <a:noFill/>
                </a:ln>
                <a:solidFill>
                  <a:schemeClr val="tx1"/>
                </a:solidFill>
                <a:effectLst/>
              </a:rPr>
              <a:t>Gn: Bremssystem mit ABS </a:t>
            </a:r>
          </a:p>
          <a:p>
            <a:pPr marL="555750" lvl="1" indent="-285750" eaLnBrk="0" fontAlgn="base" hangingPunct="0">
              <a:spcBef>
                <a:spcPct val="0"/>
              </a:spcBef>
              <a:spcAft>
                <a:spcPct val="0"/>
              </a:spcAft>
              <a:buClrTx/>
              <a:buFont typeface="Arial" panose="020B0604020202020204" pitchFamily="34" charset="0"/>
              <a:buChar char="•"/>
            </a:pPr>
            <a:r>
              <a:rPr kumimoji="0" lang="de-DE" altLang="de-DE" sz="1400" b="0" i="0" u="none" strike="noStrike" cap="none" normalizeH="0" baseline="0" dirty="0">
                <a:ln>
                  <a:noFill/>
                </a:ln>
                <a:solidFill>
                  <a:schemeClr val="tx1"/>
                </a:solidFill>
                <a:effectLst/>
              </a:rPr>
              <a:t>Gn+1: Bremssystem mit ABS und rekuperativem Bremsen </a:t>
            </a:r>
          </a:p>
          <a:p>
            <a:pPr marL="285750" indent="-285750" eaLnBrk="0" fontAlgn="base" hangingPunct="0">
              <a:spcBef>
                <a:spcPct val="0"/>
              </a:spcBef>
              <a:spcAft>
                <a:spcPct val="0"/>
              </a:spcAft>
              <a:buFont typeface="Arial" panose="020B0604020202020204" pitchFamily="34" charset="0"/>
              <a:buChar char="•"/>
            </a:pPr>
            <a:r>
              <a:rPr lang="de-DE" altLang="de-DE" sz="1400" b="1" dirty="0"/>
              <a:t>C</a:t>
            </a:r>
            <a:r>
              <a:rPr kumimoji="0" lang="de-DE" altLang="de-DE" sz="1400" b="1" i="0" u="none" strike="noStrike" cap="none" normalizeH="0" baseline="0" dirty="0">
                <a:ln>
                  <a:noFill/>
                </a:ln>
                <a:solidFill>
                  <a:schemeClr val="tx1"/>
                </a:solidFill>
                <a:effectLst/>
              </a:rPr>
              <a:t>ameo-Systemmodell der Validierungsumgebung</a:t>
            </a:r>
            <a:r>
              <a:rPr kumimoji="0" lang="de-DE" altLang="de-DE" sz="1400" b="0" i="0" u="none" strike="noStrike" cap="none" normalizeH="0" baseline="0" dirty="0">
                <a:ln>
                  <a:noFill/>
                </a:ln>
                <a:solidFill>
                  <a:schemeClr val="tx1"/>
                </a:solidFill>
                <a:effectLst/>
              </a:rPr>
              <a:t> </a:t>
            </a:r>
          </a:p>
          <a:p>
            <a:pPr marL="555750" lvl="1" indent="-285750" eaLnBrk="0" fontAlgn="base" hangingPunct="0">
              <a:spcBef>
                <a:spcPct val="0"/>
              </a:spcBef>
              <a:spcAft>
                <a:spcPct val="0"/>
              </a:spcAft>
              <a:buFont typeface="Arial" panose="020B0604020202020204" pitchFamily="34" charset="0"/>
              <a:buChar char="•"/>
            </a:pPr>
            <a:r>
              <a:rPr kumimoji="0" lang="de-DE" altLang="de-DE" sz="1400" b="0" i="0" u="none" strike="noStrike" cap="none" normalizeH="0" baseline="0" dirty="0">
                <a:ln>
                  <a:noFill/>
                </a:ln>
                <a:solidFill>
                  <a:schemeClr val="tx1"/>
                </a:solidFill>
                <a:effectLst/>
              </a:rPr>
              <a:t>enthält die Anforderungen, Funktionen und Architekturen der Validierungsumgebung </a:t>
            </a:r>
          </a:p>
          <a:p>
            <a:pPr marL="555750" lvl="1" indent="-285750" eaLnBrk="0" fontAlgn="base" hangingPunct="0">
              <a:spcBef>
                <a:spcPct val="0"/>
              </a:spcBef>
              <a:spcAft>
                <a:spcPct val="0"/>
              </a:spcAft>
              <a:buFont typeface="Arial" panose="020B0604020202020204" pitchFamily="34" charset="0"/>
              <a:buChar char="•"/>
            </a:pPr>
            <a:r>
              <a:rPr kumimoji="0" lang="de-DE" altLang="de-DE" sz="1400" b="0" i="0" u="none" strike="noStrike" cap="none" normalizeH="0" baseline="0" dirty="0">
                <a:ln>
                  <a:noFill/>
                </a:ln>
                <a:solidFill>
                  <a:schemeClr val="tx1"/>
                </a:solidFill>
                <a:effectLst/>
              </a:rPr>
              <a:t>verschiedene Generationen werden innerhalb dieses Modells sind über entsprechende Zuordnungen/Tags bzw. Architekturen abgebildet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400" b="0" i="0" u="none" strike="noStrike" cap="none" normalizeH="0" baseline="0" dirty="0">
                <a:ln>
                  <a:noFill/>
                </a:ln>
                <a:solidFill>
                  <a:schemeClr val="tx1"/>
                </a:solidFill>
                <a:effectLst/>
              </a:rPr>
              <a:t>Die </a:t>
            </a:r>
            <a:r>
              <a:rPr kumimoji="0" lang="de-DE" altLang="de-DE" sz="1400" b="1" i="0" u="none" strike="noStrike" cap="none" normalizeH="0" baseline="0" dirty="0">
                <a:ln>
                  <a:noFill/>
                </a:ln>
                <a:solidFill>
                  <a:schemeClr val="tx1"/>
                </a:solidFill>
                <a:effectLst/>
              </a:rPr>
              <a:t>Restfahrzeugsimulation</a:t>
            </a:r>
            <a:r>
              <a:rPr kumimoji="0" lang="de-DE" altLang="de-DE" sz="1400" b="0" i="0" u="none" strike="noStrike" cap="none" normalizeH="0" baseline="0" dirty="0">
                <a:ln>
                  <a:noFill/>
                </a:ln>
                <a:solidFill>
                  <a:schemeClr val="tx1"/>
                </a:solidFill>
                <a:effectLst/>
              </a:rPr>
              <a:t> wird im Szenario nur insofern berücksichtigt, als im Validierungsumgebungsmodell erkannt bzw. abgebildet wird, dass diese aufgrund der Produktänderungen erweitert werden muss. Die eigentliche Anpassung des Simulationsmodells ist </a:t>
            </a:r>
            <a:r>
              <a:rPr kumimoji="0" lang="de-DE" altLang="de-DE" sz="1400" b="1" i="0" u="none" strike="noStrike" cap="none" normalizeH="0" baseline="0" dirty="0">
                <a:ln>
                  <a:noFill/>
                </a:ln>
                <a:solidFill>
                  <a:schemeClr val="tx1"/>
                </a:solidFill>
                <a:effectLst/>
              </a:rPr>
              <a:t>nicht Bestandteil dieses Szenarios</a:t>
            </a:r>
            <a:r>
              <a:rPr kumimoji="0" lang="de-DE" altLang="de-DE" sz="1400" b="0" i="0" u="none" strike="noStrike" cap="none" normalizeH="0" baseline="0" dirty="0">
                <a:ln>
                  <a:noFill/>
                </a:ln>
                <a:solidFill>
                  <a:schemeClr val="tx1"/>
                </a:solidFill>
                <a:effectLst/>
              </a:rPr>
              <a:t>.</a:t>
            </a:r>
          </a:p>
        </p:txBody>
      </p:sp>
      <p:sp>
        <p:nvSpPr>
          <p:cNvPr id="3" name="Foliennummernplatzhalter 2">
            <a:extLst>
              <a:ext uri="{FF2B5EF4-FFF2-40B4-BE49-F238E27FC236}">
                <a16:creationId xmlns:a16="http://schemas.microsoft.com/office/drawing/2014/main" id="{C0451583-06A2-FBE1-8806-83DD8906BBB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155E439B-7E88-B23C-5D16-D0ED22E60F42}"/>
              </a:ext>
            </a:extLst>
          </p:cNvPr>
          <p:cNvSpPr>
            <a:spLocks noGrp="1"/>
          </p:cNvSpPr>
          <p:nvPr>
            <p:ph type="body" sz="quarter" idx="13"/>
          </p:nvPr>
        </p:nvSpPr>
        <p:spPr/>
        <p:txBody>
          <a:bodyPr/>
          <a:lstStyle/>
          <a:p>
            <a:endParaRPr lang="de-DE" dirty="0"/>
          </a:p>
        </p:txBody>
      </p:sp>
      <p:sp>
        <p:nvSpPr>
          <p:cNvPr id="5" name="Titel 4">
            <a:extLst>
              <a:ext uri="{FF2B5EF4-FFF2-40B4-BE49-F238E27FC236}">
                <a16:creationId xmlns:a16="http://schemas.microsoft.com/office/drawing/2014/main" id="{34D1520A-AD5C-451D-27DE-827B7400B434}"/>
              </a:ext>
            </a:extLst>
          </p:cNvPr>
          <p:cNvSpPr>
            <a:spLocks noGrp="1"/>
          </p:cNvSpPr>
          <p:nvPr>
            <p:ph type="title"/>
          </p:nvPr>
        </p:nvSpPr>
        <p:spPr/>
        <p:txBody>
          <a:bodyPr/>
          <a:lstStyle/>
          <a:p>
            <a:r>
              <a:rPr lang="de-DE" dirty="0"/>
              <a:t>Case Study 2: Änderungen der Bremssystemgenerationen</a:t>
            </a:r>
          </a:p>
        </p:txBody>
      </p:sp>
      <p:pic>
        <p:nvPicPr>
          <p:cNvPr id="8" name="Grafik 7">
            <a:extLst>
              <a:ext uri="{FF2B5EF4-FFF2-40B4-BE49-F238E27FC236}">
                <a16:creationId xmlns:a16="http://schemas.microsoft.com/office/drawing/2014/main" id="{3664F151-5DE4-92C2-FE14-6CC1CD8D8E5C}"/>
              </a:ext>
            </a:extLst>
          </p:cNvPr>
          <p:cNvPicPr>
            <a:picLocks noChangeAspect="1"/>
          </p:cNvPicPr>
          <p:nvPr/>
        </p:nvPicPr>
        <p:blipFill>
          <a:blip r:embed="rId2"/>
          <a:stretch>
            <a:fillRect/>
          </a:stretch>
        </p:blipFill>
        <p:spPr>
          <a:xfrm>
            <a:off x="3732794" y="788016"/>
            <a:ext cx="7925806" cy="1863647"/>
          </a:xfrm>
          <a:prstGeom prst="rect">
            <a:avLst/>
          </a:prstGeom>
        </p:spPr>
      </p:pic>
    </p:spTree>
    <p:extLst>
      <p:ext uri="{BB962C8B-B14F-4D97-AF65-F5344CB8AC3E}">
        <p14:creationId xmlns:p14="http://schemas.microsoft.com/office/powerpoint/2010/main" val="2323311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1667869E-588A-3EB3-DF09-6FF9B0B0F970}"/>
              </a:ext>
            </a:extLst>
          </p:cNvPr>
          <p:cNvSpPr>
            <a:spLocks noGrp="1"/>
          </p:cNvSpPr>
          <p:nvPr>
            <p:ph idx="1"/>
          </p:nvPr>
        </p:nvSpPr>
        <p:spPr/>
        <p:txBody>
          <a:bodyPr/>
          <a:lstStyle/>
          <a:p>
            <a:r>
              <a:rPr lang="de-DE" sz="1600" b="1" dirty="0"/>
              <a:t>Ausgangssituation</a:t>
            </a:r>
          </a:p>
          <a:p>
            <a:r>
              <a:rPr lang="de-DE" sz="1600" dirty="0"/>
              <a:t>Bremssystemgeneration </a:t>
            </a:r>
            <a:r>
              <a:rPr lang="de-DE" sz="1600" b="1" dirty="0"/>
              <a:t>Gn-1</a:t>
            </a:r>
            <a:r>
              <a:rPr lang="de-DE" sz="1600" dirty="0"/>
              <a:t> besitzt </a:t>
            </a:r>
            <a:r>
              <a:rPr lang="de-DE" sz="1600" b="1" dirty="0"/>
              <a:t>kein ABS</a:t>
            </a:r>
            <a:r>
              <a:rPr lang="de-DE" sz="1600" dirty="0"/>
              <a:t>. Auf dessen Basis wird die neue Generation </a:t>
            </a:r>
            <a:r>
              <a:rPr lang="de-DE" sz="1600" b="1" dirty="0"/>
              <a:t>Gn mit ABS</a:t>
            </a:r>
            <a:r>
              <a:rPr lang="de-DE" sz="1600" dirty="0"/>
              <a:t> entwickelt.</a:t>
            </a:r>
          </a:p>
          <a:p>
            <a:endParaRPr lang="de-DE" dirty="0"/>
          </a:p>
          <a:p>
            <a:r>
              <a:rPr lang="de-DE" dirty="0"/>
              <a:t>B</a:t>
            </a:r>
            <a:r>
              <a:rPr lang="de-DE" sz="1600" dirty="0"/>
              <a:t>enötigte CPRs:</a:t>
            </a:r>
          </a:p>
          <a:p>
            <a:endParaRPr kumimoji="0" lang="de-DE" altLang="de-DE" sz="1400" b="0" i="0" u="none" strike="noStrike" cap="none" normalizeH="0" baseline="0" dirty="0">
              <a:ln>
                <a:noFill/>
              </a:ln>
              <a:solidFill>
                <a:schemeClr val="tx1"/>
              </a:solidFill>
              <a:effectLst/>
            </a:endParaRPr>
          </a:p>
          <a:p>
            <a:endParaRPr kumimoji="0" lang="de-DE" altLang="de-DE" sz="1400" b="0" i="0" u="none" strike="noStrike" cap="none" normalizeH="0" baseline="0" dirty="0">
              <a:ln>
                <a:noFill/>
              </a:ln>
              <a:solidFill>
                <a:schemeClr val="tx1"/>
              </a:solidFill>
              <a:effectLst/>
            </a:endParaRPr>
          </a:p>
        </p:txBody>
      </p:sp>
      <p:sp>
        <p:nvSpPr>
          <p:cNvPr id="3" name="Foliennummernplatzhalter 2">
            <a:extLst>
              <a:ext uri="{FF2B5EF4-FFF2-40B4-BE49-F238E27FC236}">
                <a16:creationId xmlns:a16="http://schemas.microsoft.com/office/drawing/2014/main" id="{C0451583-06A2-FBE1-8806-83DD8906BBB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155E439B-7E88-B23C-5D16-D0ED22E60F42}"/>
              </a:ext>
            </a:extLst>
          </p:cNvPr>
          <p:cNvSpPr>
            <a:spLocks noGrp="1"/>
          </p:cNvSpPr>
          <p:nvPr>
            <p:ph type="body" sz="quarter" idx="13"/>
          </p:nvPr>
        </p:nvSpPr>
        <p:spPr/>
        <p:txBody>
          <a:bodyPr/>
          <a:lstStyle/>
          <a:p>
            <a:r>
              <a:rPr lang="de-DE" dirty="0"/>
              <a:t>1) Wechsel von Gn-1 zu Gn: Einführung von ABS</a:t>
            </a:r>
          </a:p>
        </p:txBody>
      </p:sp>
      <p:sp>
        <p:nvSpPr>
          <p:cNvPr id="5" name="Titel 4">
            <a:extLst>
              <a:ext uri="{FF2B5EF4-FFF2-40B4-BE49-F238E27FC236}">
                <a16:creationId xmlns:a16="http://schemas.microsoft.com/office/drawing/2014/main" id="{34D1520A-AD5C-451D-27DE-827B7400B434}"/>
              </a:ext>
            </a:extLst>
          </p:cNvPr>
          <p:cNvSpPr>
            <a:spLocks noGrp="1"/>
          </p:cNvSpPr>
          <p:nvPr>
            <p:ph type="title"/>
          </p:nvPr>
        </p:nvSpPr>
        <p:spPr/>
        <p:txBody>
          <a:bodyPr/>
          <a:lstStyle/>
          <a:p>
            <a:r>
              <a:rPr lang="de-DE" dirty="0"/>
              <a:t>Case Study 2: Änderungen der Bremssystemgenerationen</a:t>
            </a:r>
          </a:p>
        </p:txBody>
      </p:sp>
      <p:graphicFrame>
        <p:nvGraphicFramePr>
          <p:cNvPr id="9" name="Tabelle 8">
            <a:extLst>
              <a:ext uri="{FF2B5EF4-FFF2-40B4-BE49-F238E27FC236}">
                <a16:creationId xmlns:a16="http://schemas.microsoft.com/office/drawing/2014/main" id="{42CE2048-1B25-BD50-0382-87BF520CFA9E}"/>
              </a:ext>
            </a:extLst>
          </p:cNvPr>
          <p:cNvGraphicFramePr>
            <a:graphicFrameLocks noGrp="1"/>
          </p:cNvGraphicFramePr>
          <p:nvPr>
            <p:extLst>
              <p:ext uri="{D42A27DB-BD31-4B8C-83A1-F6EECF244321}">
                <p14:modId xmlns:p14="http://schemas.microsoft.com/office/powerpoint/2010/main" val="402433788"/>
              </p:ext>
            </p:extLst>
          </p:nvPr>
        </p:nvGraphicFramePr>
        <p:xfrm>
          <a:off x="533400" y="3120585"/>
          <a:ext cx="11167311" cy="1712970"/>
        </p:xfrm>
        <a:graphic>
          <a:graphicData uri="http://schemas.openxmlformats.org/drawingml/2006/table">
            <a:tbl>
              <a:tblPr/>
              <a:tblGrid>
                <a:gridCol w="1070194">
                  <a:extLst>
                    <a:ext uri="{9D8B030D-6E8A-4147-A177-3AD203B41FA5}">
                      <a16:colId xmlns:a16="http://schemas.microsoft.com/office/drawing/2014/main" val="2013523572"/>
                    </a:ext>
                  </a:extLst>
                </a:gridCol>
                <a:gridCol w="2574581">
                  <a:extLst>
                    <a:ext uri="{9D8B030D-6E8A-4147-A177-3AD203B41FA5}">
                      <a16:colId xmlns:a16="http://schemas.microsoft.com/office/drawing/2014/main" val="1579958418"/>
                    </a:ext>
                  </a:extLst>
                </a:gridCol>
                <a:gridCol w="2398541">
                  <a:extLst>
                    <a:ext uri="{9D8B030D-6E8A-4147-A177-3AD203B41FA5}">
                      <a16:colId xmlns:a16="http://schemas.microsoft.com/office/drawing/2014/main" val="2027305516"/>
                    </a:ext>
                  </a:extLst>
                </a:gridCol>
                <a:gridCol w="5123995">
                  <a:extLst>
                    <a:ext uri="{9D8B030D-6E8A-4147-A177-3AD203B41FA5}">
                      <a16:colId xmlns:a16="http://schemas.microsoft.com/office/drawing/2014/main" val="1670048959"/>
                    </a:ext>
                  </a:extLst>
                </a:gridCol>
              </a:tblGrid>
              <a:tr h="204321">
                <a:tc>
                  <a:txBody>
                    <a:bodyPr/>
                    <a:lstStyle/>
                    <a:p>
                      <a:r>
                        <a:rPr lang="de-DE" sz="1400" dirty="0"/>
                        <a:t>Nr.</a:t>
                      </a:r>
                    </a:p>
                  </a:txBody>
                  <a:tcPr marL="73149" marR="73149" marT="36575" marB="36575" anchor="ctr">
                    <a:lnL>
                      <a:noFill/>
                    </a:lnL>
                    <a:lnR>
                      <a:noFill/>
                    </a:lnR>
                    <a:lnT>
                      <a:noFill/>
                    </a:lnT>
                    <a:lnB>
                      <a:noFill/>
                    </a:lnB>
                    <a:noFill/>
                  </a:tcPr>
                </a:tc>
                <a:tc>
                  <a:txBody>
                    <a:bodyPr/>
                    <a:lstStyle/>
                    <a:p>
                      <a:r>
                        <a:rPr lang="de-DE" sz="1400"/>
                        <a:t>Quelle</a:t>
                      </a:r>
                    </a:p>
                  </a:txBody>
                  <a:tcPr marL="73149" marR="73149" marT="36575" marB="36575" anchor="ctr">
                    <a:lnL>
                      <a:noFill/>
                    </a:lnL>
                    <a:lnR>
                      <a:noFill/>
                    </a:lnR>
                    <a:lnT>
                      <a:noFill/>
                    </a:lnT>
                    <a:lnB>
                      <a:noFill/>
                    </a:lnB>
                    <a:noFill/>
                  </a:tcPr>
                </a:tc>
                <a:tc>
                  <a:txBody>
                    <a:bodyPr/>
                    <a:lstStyle/>
                    <a:p>
                      <a:r>
                        <a:rPr lang="de-DE" sz="1400"/>
                        <a:t>Ziel</a:t>
                      </a:r>
                    </a:p>
                  </a:txBody>
                  <a:tcPr marL="73149" marR="73149" marT="36575" marB="36575" anchor="ctr">
                    <a:lnL>
                      <a:noFill/>
                    </a:lnL>
                    <a:lnR>
                      <a:noFill/>
                    </a:lnR>
                    <a:lnT>
                      <a:noFill/>
                    </a:lnT>
                    <a:lnB>
                      <a:noFill/>
                    </a:lnB>
                    <a:noFill/>
                  </a:tcPr>
                </a:tc>
                <a:tc>
                  <a:txBody>
                    <a:bodyPr/>
                    <a:lstStyle/>
                    <a:p>
                      <a:r>
                        <a:rPr lang="de-DE" sz="1400"/>
                        <a:t>Zweck</a:t>
                      </a:r>
                    </a:p>
                  </a:txBody>
                  <a:tcPr marL="73149" marR="73149" marT="36575" marB="36575" anchor="ctr">
                    <a:lnL>
                      <a:noFill/>
                    </a:lnL>
                    <a:lnR>
                      <a:noFill/>
                    </a:lnR>
                    <a:lnT>
                      <a:noFill/>
                    </a:lnT>
                    <a:lnB>
                      <a:noFill/>
                    </a:lnB>
                    <a:noFill/>
                  </a:tcPr>
                </a:tc>
                <a:extLst>
                  <a:ext uri="{0D108BD9-81ED-4DB2-BD59-A6C34878D82A}">
                    <a16:rowId xmlns:a16="http://schemas.microsoft.com/office/drawing/2014/main" val="4072369144"/>
                  </a:ext>
                </a:extLst>
              </a:tr>
              <a:tr h="581604">
                <a:tc>
                  <a:txBody>
                    <a:bodyPr/>
                    <a:lstStyle/>
                    <a:p>
                      <a:r>
                        <a:rPr lang="de-DE" sz="1400" dirty="0"/>
                        <a:t>CPRs „1“</a:t>
                      </a:r>
                    </a:p>
                  </a:txBody>
                  <a:tcPr marL="73149" marR="73149" marT="36575" marB="36575" anchor="ctr">
                    <a:lnL>
                      <a:noFill/>
                    </a:lnL>
                    <a:lnR>
                      <a:noFill/>
                    </a:lnR>
                    <a:lnT>
                      <a:noFill/>
                    </a:lnT>
                    <a:lnB>
                      <a:noFill/>
                    </a:lnB>
                    <a:noFill/>
                  </a:tcPr>
                </a:tc>
                <a:tc>
                  <a:txBody>
                    <a:bodyPr/>
                    <a:lstStyle/>
                    <a:p>
                      <a:r>
                        <a:rPr lang="de-DE" sz="1400" dirty="0"/>
                        <a:t>Produktfunktionen</a:t>
                      </a:r>
                    </a:p>
                  </a:txBody>
                  <a:tcPr marL="73149" marR="73149" marT="36575" marB="36575" anchor="ctr">
                    <a:lnL>
                      <a:noFill/>
                    </a:lnL>
                    <a:lnR>
                      <a:noFill/>
                    </a:lnR>
                    <a:lnT>
                      <a:noFill/>
                    </a:lnT>
                    <a:lnB>
                      <a:noFill/>
                    </a:lnB>
                    <a:noFill/>
                  </a:tcPr>
                </a:tc>
                <a:tc>
                  <a:txBody>
                    <a:bodyPr/>
                    <a:lstStyle/>
                    <a:p>
                      <a:r>
                        <a:rPr lang="de-DE" sz="1400" dirty="0"/>
                        <a:t>Validierungsumgebung-Anforderungen</a:t>
                      </a:r>
                      <a:br>
                        <a:rPr lang="de-DE" sz="1400" dirty="0"/>
                      </a:br>
                      <a:r>
                        <a:rPr lang="de-DE" sz="1400" dirty="0"/>
                        <a:t>(zu Funktionen optional)</a:t>
                      </a:r>
                    </a:p>
                  </a:txBody>
                  <a:tcPr marL="73149" marR="73149" marT="36575" marB="36575" anchor="ctr">
                    <a:lnL>
                      <a:noFill/>
                    </a:lnL>
                    <a:lnR>
                      <a:noFill/>
                    </a:lnR>
                    <a:lnT>
                      <a:noFill/>
                    </a:lnT>
                    <a:lnB>
                      <a:noFill/>
                    </a:lnB>
                    <a:noFill/>
                  </a:tcPr>
                </a:tc>
                <a:tc>
                  <a:txBody>
                    <a:bodyPr/>
                    <a:lstStyle/>
                    <a:p>
                      <a:r>
                        <a:rPr lang="de-DE" sz="1400" dirty="0"/>
                        <a:t>Aus neuen oder geänderten Produktfunktionen resultierende Validierungsanforderungen ableiten.</a:t>
                      </a:r>
                    </a:p>
                  </a:txBody>
                  <a:tcPr marL="73149" marR="73149" marT="36575" marB="36575" anchor="ctr">
                    <a:lnL>
                      <a:noFill/>
                    </a:lnL>
                    <a:lnR>
                      <a:noFill/>
                    </a:lnR>
                    <a:lnT>
                      <a:noFill/>
                    </a:lnT>
                    <a:lnB>
                      <a:noFill/>
                    </a:lnB>
                    <a:noFill/>
                  </a:tcPr>
                </a:tc>
                <a:extLst>
                  <a:ext uri="{0D108BD9-81ED-4DB2-BD59-A6C34878D82A}">
                    <a16:rowId xmlns:a16="http://schemas.microsoft.com/office/drawing/2014/main" val="338394036"/>
                  </a:ext>
                </a:extLst>
              </a:tr>
              <a:tr h="673436">
                <a:tc>
                  <a:txBody>
                    <a:bodyPr/>
                    <a:lstStyle/>
                    <a:p>
                      <a:r>
                        <a:rPr lang="de-DE" sz="1400" dirty="0"/>
                        <a:t>CPRs „2“</a:t>
                      </a:r>
                    </a:p>
                  </a:txBody>
                  <a:tcPr marL="73149" marR="73149" marT="36575" marB="36575" anchor="ctr">
                    <a:lnL>
                      <a:noFill/>
                    </a:lnL>
                    <a:lnR>
                      <a:noFill/>
                    </a:lnR>
                    <a:lnT>
                      <a:noFill/>
                    </a:lnT>
                    <a:lnB>
                      <a:noFill/>
                    </a:lnB>
                    <a:noFill/>
                  </a:tcPr>
                </a:tc>
                <a:tc>
                  <a:txBody>
                    <a:bodyPr/>
                    <a:lstStyle/>
                    <a:p>
                      <a:r>
                        <a:rPr lang="de-DE" sz="1400" dirty="0"/>
                        <a:t>Produktarchitektur</a:t>
                      </a:r>
                    </a:p>
                  </a:txBody>
                  <a:tcPr marL="73149" marR="73149" marT="36575" marB="36575" anchor="ctr">
                    <a:lnL>
                      <a:noFill/>
                    </a:lnL>
                    <a:lnR>
                      <a:noFill/>
                    </a:lnR>
                    <a:lnT>
                      <a:noFill/>
                    </a:lnT>
                    <a:lnB>
                      <a:noFill/>
                    </a:lnB>
                    <a:noFill/>
                  </a:tcPr>
                </a:tc>
                <a:tc>
                  <a:txBody>
                    <a:bodyPr/>
                    <a:lstStyle/>
                    <a:p>
                      <a:r>
                        <a:rPr lang="de-DE" sz="1400" dirty="0"/>
                        <a:t>Validierungsumgebung-Anforderungen</a:t>
                      </a:r>
                    </a:p>
                  </a:txBody>
                  <a:tcPr marL="73149" marR="73149" marT="36575" marB="36575" anchor="ctr">
                    <a:lnL>
                      <a:noFill/>
                    </a:lnL>
                    <a:lnR>
                      <a:noFill/>
                    </a:lnR>
                    <a:lnT>
                      <a:noFill/>
                    </a:lnT>
                    <a:lnB>
                      <a:noFill/>
                    </a:lnB>
                    <a:noFill/>
                  </a:tcPr>
                </a:tc>
                <a:tc>
                  <a:txBody>
                    <a:bodyPr/>
                    <a:lstStyle/>
                    <a:p>
                      <a:r>
                        <a:rPr lang="de-DE" sz="1400" dirty="0"/>
                        <a:t>Aus neuen oder geänderten Produktkomponenten resultierende Anforderungen an die Validierungsumgebung ableiten.</a:t>
                      </a:r>
                    </a:p>
                  </a:txBody>
                  <a:tcPr marL="73149" marR="73149" marT="36575" marB="36575" anchor="ctr">
                    <a:lnL>
                      <a:noFill/>
                    </a:lnL>
                    <a:lnR>
                      <a:noFill/>
                    </a:lnR>
                    <a:lnT>
                      <a:noFill/>
                    </a:lnT>
                    <a:lnB>
                      <a:noFill/>
                    </a:lnB>
                    <a:noFill/>
                  </a:tcPr>
                </a:tc>
                <a:extLst>
                  <a:ext uri="{0D108BD9-81ED-4DB2-BD59-A6C34878D82A}">
                    <a16:rowId xmlns:a16="http://schemas.microsoft.com/office/drawing/2014/main" val="812176531"/>
                  </a:ext>
                </a:extLst>
              </a:tr>
            </a:tbl>
          </a:graphicData>
        </a:graphic>
      </p:graphicFrame>
      <p:sp>
        <p:nvSpPr>
          <p:cNvPr id="11" name="Textfeld 10">
            <a:extLst>
              <a:ext uri="{FF2B5EF4-FFF2-40B4-BE49-F238E27FC236}">
                <a16:creationId xmlns:a16="http://schemas.microsoft.com/office/drawing/2014/main" id="{439B2B87-1C26-4507-B393-D81F6C9BA8FB}"/>
              </a:ext>
            </a:extLst>
          </p:cNvPr>
          <p:cNvSpPr txBox="1"/>
          <p:nvPr/>
        </p:nvSpPr>
        <p:spPr bwMode="gray">
          <a:xfrm>
            <a:off x="522000" y="5212351"/>
            <a:ext cx="11167310" cy="1169551"/>
          </a:xfrm>
          <a:prstGeom prst="rect">
            <a:avLst/>
          </a:prstGeom>
          <a:noFill/>
        </p:spPr>
        <p:txBody>
          <a:bodyPr wrap="square">
            <a:spAutoFit/>
          </a:bodyPr>
          <a:lstStyle/>
          <a:p>
            <a:r>
              <a:rPr lang="de-DE" sz="1400" dirty="0"/>
              <a:t>Explizit nicht vorgesehen: </a:t>
            </a:r>
          </a:p>
          <a:p>
            <a:pPr marL="285750" indent="-285750">
              <a:buFont typeface="Arial" panose="020B0604020202020204" pitchFamily="34" charset="0"/>
              <a:buChar char="•"/>
            </a:pPr>
            <a:r>
              <a:rPr lang="de-DE" sz="1400" dirty="0"/>
              <a:t>Direkte CPR zwischen Produktanforderungen und Validierungsumgebung-Anforderungen (wird nicht als zielführend angesehen)</a:t>
            </a:r>
          </a:p>
          <a:p>
            <a:pPr marL="285750" indent="-285750">
              <a:buFont typeface="Arial" panose="020B0604020202020204" pitchFamily="34" charset="0"/>
              <a:buChar char="•"/>
            </a:pPr>
            <a:r>
              <a:rPr lang="de-DE" sz="1400" dirty="0"/>
              <a:t>CPR zwischen beiden Architekturen (Architekturen ergeben sich innerhalb der Systemmodelle aus Anforderungen und den Funktionen)</a:t>
            </a:r>
          </a:p>
          <a:p>
            <a:pPr marL="285750" indent="-285750">
              <a:buFont typeface="Arial" panose="020B0604020202020204" pitchFamily="34" charset="0"/>
              <a:buChar char="•"/>
            </a:pPr>
            <a:r>
              <a:rPr lang="de-DE" sz="1400" dirty="0"/>
              <a:t>Zunächst: CPR zwischen den internen Elementen eines Systemmodells (die entsprechenden Beziehungen und Ergänzungen werden innerhalb des jeweiligen Modells hergestellt, später noch möglich einzubeziehen)</a:t>
            </a:r>
          </a:p>
        </p:txBody>
      </p:sp>
      <p:sp>
        <p:nvSpPr>
          <p:cNvPr id="12" name="Textfeld 11">
            <a:extLst>
              <a:ext uri="{FF2B5EF4-FFF2-40B4-BE49-F238E27FC236}">
                <a16:creationId xmlns:a16="http://schemas.microsoft.com/office/drawing/2014/main" id="{76019CD2-45E7-D052-7A92-E414F982D92E}"/>
              </a:ext>
            </a:extLst>
          </p:cNvPr>
          <p:cNvSpPr txBox="1"/>
          <p:nvPr/>
        </p:nvSpPr>
        <p:spPr bwMode="gray">
          <a:xfrm>
            <a:off x="11318707" y="115497"/>
            <a:ext cx="679785" cy="561094"/>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dirty="0">
                <a:highlight>
                  <a:srgbClr val="FFFF00"/>
                </a:highlight>
              </a:rPr>
              <a:t>Neu</a:t>
            </a:r>
          </a:p>
        </p:txBody>
      </p:sp>
    </p:spTree>
    <p:extLst>
      <p:ext uri="{BB962C8B-B14F-4D97-AF65-F5344CB8AC3E}">
        <p14:creationId xmlns:p14="http://schemas.microsoft.com/office/powerpoint/2010/main" val="3421313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C0451583-06A2-FBE1-8806-83DD8906BBB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155E439B-7E88-B23C-5D16-D0ED22E60F42}"/>
              </a:ext>
            </a:extLst>
          </p:cNvPr>
          <p:cNvSpPr>
            <a:spLocks noGrp="1"/>
          </p:cNvSpPr>
          <p:nvPr>
            <p:ph type="body" sz="quarter" idx="13"/>
          </p:nvPr>
        </p:nvSpPr>
        <p:spPr/>
        <p:txBody>
          <a:bodyPr/>
          <a:lstStyle/>
          <a:p>
            <a:r>
              <a:rPr lang="de-DE" dirty="0"/>
              <a:t>1) Wechsel von Gn-1 zu Gn – Einführung von ABS</a:t>
            </a:r>
          </a:p>
        </p:txBody>
      </p:sp>
      <p:sp>
        <p:nvSpPr>
          <p:cNvPr id="5" name="Titel 4">
            <a:extLst>
              <a:ext uri="{FF2B5EF4-FFF2-40B4-BE49-F238E27FC236}">
                <a16:creationId xmlns:a16="http://schemas.microsoft.com/office/drawing/2014/main" id="{34D1520A-AD5C-451D-27DE-827B7400B434}"/>
              </a:ext>
            </a:extLst>
          </p:cNvPr>
          <p:cNvSpPr>
            <a:spLocks noGrp="1"/>
          </p:cNvSpPr>
          <p:nvPr>
            <p:ph type="title"/>
          </p:nvPr>
        </p:nvSpPr>
        <p:spPr/>
        <p:txBody>
          <a:bodyPr/>
          <a:lstStyle/>
          <a:p>
            <a:r>
              <a:rPr lang="de-DE" dirty="0"/>
              <a:t>Case Study 2: Änderungen der Bremssystemgenerationen</a:t>
            </a:r>
          </a:p>
        </p:txBody>
      </p:sp>
      <p:sp>
        <p:nvSpPr>
          <p:cNvPr id="12" name="Textfeld 11">
            <a:extLst>
              <a:ext uri="{FF2B5EF4-FFF2-40B4-BE49-F238E27FC236}">
                <a16:creationId xmlns:a16="http://schemas.microsoft.com/office/drawing/2014/main" id="{D69AC80D-902C-CD49-CC5A-7485405252C7}"/>
              </a:ext>
            </a:extLst>
          </p:cNvPr>
          <p:cNvSpPr txBox="1"/>
          <p:nvPr/>
        </p:nvSpPr>
        <p:spPr bwMode="gray">
          <a:xfrm>
            <a:off x="11318707" y="115497"/>
            <a:ext cx="679785" cy="561094"/>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dirty="0">
                <a:highlight>
                  <a:srgbClr val="FFFF00"/>
                </a:highlight>
              </a:rPr>
              <a:t>Neu</a:t>
            </a:r>
          </a:p>
        </p:txBody>
      </p:sp>
      <p:graphicFrame>
        <p:nvGraphicFramePr>
          <p:cNvPr id="2" name="Tabelle 1">
            <a:extLst>
              <a:ext uri="{FF2B5EF4-FFF2-40B4-BE49-F238E27FC236}">
                <a16:creationId xmlns:a16="http://schemas.microsoft.com/office/drawing/2014/main" id="{F032754C-2D01-BDD0-09EC-EA62653EC000}"/>
              </a:ext>
            </a:extLst>
          </p:cNvPr>
          <p:cNvGraphicFramePr>
            <a:graphicFrameLocks noGrp="1"/>
          </p:cNvGraphicFramePr>
          <p:nvPr>
            <p:extLst>
              <p:ext uri="{D42A27DB-BD31-4B8C-83A1-F6EECF244321}">
                <p14:modId xmlns:p14="http://schemas.microsoft.com/office/powerpoint/2010/main" val="1296363124"/>
              </p:ext>
            </p:extLst>
          </p:nvPr>
        </p:nvGraphicFramePr>
        <p:xfrm>
          <a:off x="522000" y="1249142"/>
          <a:ext cx="10961340" cy="4778737"/>
        </p:xfrm>
        <a:graphic>
          <a:graphicData uri="http://schemas.openxmlformats.org/drawingml/2006/table">
            <a:tbl>
              <a:tblPr/>
              <a:tblGrid>
                <a:gridCol w="498538">
                  <a:extLst>
                    <a:ext uri="{9D8B030D-6E8A-4147-A177-3AD203B41FA5}">
                      <a16:colId xmlns:a16="http://schemas.microsoft.com/office/drawing/2014/main" val="1878276594"/>
                    </a:ext>
                  </a:extLst>
                </a:gridCol>
                <a:gridCol w="1102096">
                  <a:extLst>
                    <a:ext uri="{9D8B030D-6E8A-4147-A177-3AD203B41FA5}">
                      <a16:colId xmlns:a16="http://schemas.microsoft.com/office/drawing/2014/main" val="2476817018"/>
                    </a:ext>
                  </a:extLst>
                </a:gridCol>
                <a:gridCol w="6620371">
                  <a:extLst>
                    <a:ext uri="{9D8B030D-6E8A-4147-A177-3AD203B41FA5}">
                      <a16:colId xmlns:a16="http://schemas.microsoft.com/office/drawing/2014/main" val="3395083765"/>
                    </a:ext>
                  </a:extLst>
                </a:gridCol>
                <a:gridCol w="2740335">
                  <a:extLst>
                    <a:ext uri="{9D8B030D-6E8A-4147-A177-3AD203B41FA5}">
                      <a16:colId xmlns:a16="http://schemas.microsoft.com/office/drawing/2014/main" val="1390185998"/>
                    </a:ext>
                  </a:extLst>
                </a:gridCol>
              </a:tblGrid>
              <a:tr h="65937">
                <a:tc>
                  <a:txBody>
                    <a:bodyPr/>
                    <a:lstStyle/>
                    <a:p>
                      <a:r>
                        <a:rPr lang="de-DE" sz="800" b="1"/>
                        <a:t>Schritt</a:t>
                      </a:r>
                    </a:p>
                  </a:txBody>
                  <a:tcPr marL="9420" marR="9420" marT="4710" marB="4710" anchor="ctr">
                    <a:lnL>
                      <a:noFill/>
                    </a:lnL>
                    <a:lnR>
                      <a:noFill/>
                    </a:lnR>
                    <a:lnT>
                      <a:noFill/>
                    </a:lnT>
                    <a:lnB>
                      <a:noFill/>
                    </a:lnB>
                    <a:noFill/>
                  </a:tcPr>
                </a:tc>
                <a:tc>
                  <a:txBody>
                    <a:bodyPr/>
                    <a:lstStyle/>
                    <a:p>
                      <a:r>
                        <a:rPr lang="de-DE" sz="800" b="1"/>
                        <a:t>Stakeholder</a:t>
                      </a:r>
                    </a:p>
                  </a:txBody>
                  <a:tcPr marL="9420" marR="9420" marT="4710" marB="4710" anchor="ctr">
                    <a:lnL>
                      <a:noFill/>
                    </a:lnL>
                    <a:lnR>
                      <a:noFill/>
                    </a:lnR>
                    <a:lnT>
                      <a:noFill/>
                    </a:lnT>
                    <a:lnB>
                      <a:noFill/>
                    </a:lnB>
                    <a:noFill/>
                  </a:tcPr>
                </a:tc>
                <a:tc>
                  <a:txBody>
                    <a:bodyPr/>
                    <a:lstStyle/>
                    <a:p>
                      <a:r>
                        <a:rPr lang="de-DE" sz="800" b="1"/>
                        <a:t>Aktion</a:t>
                      </a:r>
                    </a:p>
                  </a:txBody>
                  <a:tcPr marL="9420" marR="9420" marT="4710" marB="4710" anchor="ctr">
                    <a:lnL>
                      <a:noFill/>
                    </a:lnL>
                    <a:lnR>
                      <a:noFill/>
                    </a:lnR>
                    <a:lnT>
                      <a:noFill/>
                    </a:lnT>
                    <a:lnB>
                      <a:noFill/>
                    </a:lnB>
                    <a:noFill/>
                  </a:tcPr>
                </a:tc>
                <a:tc>
                  <a:txBody>
                    <a:bodyPr/>
                    <a:lstStyle/>
                    <a:p>
                      <a:r>
                        <a:rPr lang="de-DE" sz="800" b="1" dirty="0"/>
                        <a:t>Betroffenes Modell / Artefakt</a:t>
                      </a:r>
                    </a:p>
                  </a:txBody>
                  <a:tcPr marL="9420" marR="9420" marT="4710" marB="4710" anchor="ctr">
                    <a:lnL>
                      <a:noFill/>
                    </a:lnL>
                    <a:lnR>
                      <a:noFill/>
                    </a:lnR>
                    <a:lnT>
                      <a:noFill/>
                    </a:lnT>
                    <a:lnB>
                      <a:noFill/>
                    </a:lnB>
                    <a:noFill/>
                  </a:tcPr>
                </a:tc>
                <a:extLst>
                  <a:ext uri="{0D108BD9-81ED-4DB2-BD59-A6C34878D82A}">
                    <a16:rowId xmlns:a16="http://schemas.microsoft.com/office/drawing/2014/main" val="2058835842"/>
                  </a:ext>
                </a:extLst>
              </a:tr>
              <a:tr h="178972">
                <a:tc>
                  <a:txBody>
                    <a:bodyPr/>
                    <a:lstStyle/>
                    <a:p>
                      <a:r>
                        <a:rPr lang="de-DE" sz="800"/>
                        <a:t>1</a:t>
                      </a:r>
                    </a:p>
                  </a:txBody>
                  <a:tcPr marL="9420" marR="9420" marT="4710" marB="4710" anchor="ctr">
                    <a:lnL>
                      <a:noFill/>
                    </a:lnL>
                    <a:lnR>
                      <a:noFill/>
                    </a:lnR>
                    <a:lnT>
                      <a:noFill/>
                    </a:lnT>
                    <a:lnB>
                      <a:noFill/>
                    </a:lnB>
                    <a:noFill/>
                  </a:tcPr>
                </a:tc>
                <a:tc>
                  <a:txBody>
                    <a:bodyPr/>
                    <a:lstStyle/>
                    <a:p>
                      <a:r>
                        <a:rPr lang="de-DE" sz="800"/>
                        <a:t>Projektmanager</a:t>
                      </a:r>
                    </a:p>
                  </a:txBody>
                  <a:tcPr marL="9420" marR="9420" marT="4710" marB="4710" anchor="ctr">
                    <a:lnL>
                      <a:noFill/>
                    </a:lnL>
                    <a:lnR>
                      <a:noFill/>
                    </a:lnR>
                    <a:lnT>
                      <a:noFill/>
                    </a:lnT>
                    <a:lnB>
                      <a:noFill/>
                    </a:lnB>
                    <a:noFill/>
                  </a:tcPr>
                </a:tc>
                <a:tc>
                  <a:txBody>
                    <a:bodyPr/>
                    <a:lstStyle/>
                    <a:p>
                      <a:r>
                        <a:rPr lang="de-DE" sz="800"/>
                        <a:t>Beschließt die Entwicklung der neuen Bremssystemgeneration Gn mit ABS auf Basis der bestehenden Generation Gn−1.</a:t>
                      </a:r>
                    </a:p>
                  </a:txBody>
                  <a:tcPr marL="9420" marR="9420" marT="4710" marB="4710" anchor="ctr">
                    <a:lnL>
                      <a:noFill/>
                    </a:lnL>
                    <a:lnR>
                      <a:noFill/>
                    </a:lnR>
                    <a:lnT>
                      <a:noFill/>
                    </a:lnT>
                    <a:lnB>
                      <a:noFill/>
                    </a:lnB>
                    <a:noFill/>
                  </a:tcPr>
                </a:tc>
                <a:tc>
                  <a:txBody>
                    <a:bodyPr/>
                    <a:lstStyle/>
                    <a:p>
                      <a:r>
                        <a:rPr lang="de-DE" sz="800"/>
                        <a:t>Produktmodell: Gn</a:t>
                      </a:r>
                    </a:p>
                  </a:txBody>
                  <a:tcPr marL="9420" marR="9420" marT="4710" marB="4710" anchor="ctr">
                    <a:lnL>
                      <a:noFill/>
                    </a:lnL>
                    <a:lnR>
                      <a:noFill/>
                    </a:lnR>
                    <a:lnT>
                      <a:noFill/>
                    </a:lnT>
                    <a:lnB>
                      <a:noFill/>
                    </a:lnB>
                    <a:noFill/>
                  </a:tcPr>
                </a:tc>
                <a:extLst>
                  <a:ext uri="{0D108BD9-81ED-4DB2-BD59-A6C34878D82A}">
                    <a16:rowId xmlns:a16="http://schemas.microsoft.com/office/drawing/2014/main" val="1381874726"/>
                  </a:ext>
                </a:extLst>
              </a:tr>
              <a:tr h="122455">
                <a:tc>
                  <a:txBody>
                    <a:bodyPr/>
                    <a:lstStyle/>
                    <a:p>
                      <a:r>
                        <a:rPr lang="de-DE" sz="800"/>
                        <a:t>2</a:t>
                      </a:r>
                    </a:p>
                  </a:txBody>
                  <a:tcPr marL="9420" marR="9420" marT="4710" marB="4710" anchor="ctr">
                    <a:lnL>
                      <a:noFill/>
                    </a:lnL>
                    <a:lnR>
                      <a:noFill/>
                    </a:lnR>
                    <a:lnT>
                      <a:noFill/>
                    </a:lnT>
                    <a:lnB>
                      <a:noFill/>
                    </a:lnB>
                    <a:noFill/>
                  </a:tcPr>
                </a:tc>
                <a:tc>
                  <a:txBody>
                    <a:bodyPr/>
                    <a:lstStyle/>
                    <a:p>
                      <a:r>
                        <a:rPr lang="de-DE" sz="800" dirty="0"/>
                        <a:t>Produktentwickler</a:t>
                      </a:r>
                    </a:p>
                  </a:txBody>
                  <a:tcPr marL="9420" marR="9420" marT="4710" marB="4710" anchor="ctr">
                    <a:lnL>
                      <a:noFill/>
                    </a:lnL>
                    <a:lnR>
                      <a:noFill/>
                    </a:lnR>
                    <a:lnT>
                      <a:noFill/>
                    </a:lnT>
                    <a:lnB>
                      <a:noFill/>
                    </a:lnB>
                    <a:noFill/>
                  </a:tcPr>
                </a:tc>
                <a:tc>
                  <a:txBody>
                    <a:bodyPr/>
                    <a:lstStyle/>
                    <a:p>
                      <a:r>
                        <a:rPr lang="de-DE" sz="800"/>
                        <a:t>Übernimmt das Systemmodell von Gn−1 als Ausgangsbasis für die neue Generation Gn.</a:t>
                      </a:r>
                    </a:p>
                  </a:txBody>
                  <a:tcPr marL="9420" marR="9420" marT="4710" marB="4710" anchor="ctr">
                    <a:lnL>
                      <a:noFill/>
                    </a:lnL>
                    <a:lnR>
                      <a:noFill/>
                    </a:lnR>
                    <a:lnT>
                      <a:noFill/>
                    </a:lnT>
                    <a:lnB>
                      <a:noFill/>
                    </a:lnB>
                    <a:noFill/>
                  </a:tcPr>
                </a:tc>
                <a:tc>
                  <a:txBody>
                    <a:bodyPr/>
                    <a:lstStyle/>
                    <a:p>
                      <a:r>
                        <a:rPr lang="de-DE" sz="800"/>
                        <a:t>Produktmodell: Gn−1, Gn</a:t>
                      </a:r>
                    </a:p>
                  </a:txBody>
                  <a:tcPr marL="9420" marR="9420" marT="4710" marB="4710" anchor="ctr">
                    <a:lnL>
                      <a:noFill/>
                    </a:lnL>
                    <a:lnR>
                      <a:noFill/>
                    </a:lnR>
                    <a:lnT>
                      <a:noFill/>
                    </a:lnT>
                    <a:lnB>
                      <a:noFill/>
                    </a:lnB>
                    <a:noFill/>
                  </a:tcPr>
                </a:tc>
                <a:extLst>
                  <a:ext uri="{0D108BD9-81ED-4DB2-BD59-A6C34878D82A}">
                    <a16:rowId xmlns:a16="http://schemas.microsoft.com/office/drawing/2014/main" val="1835118707"/>
                  </a:ext>
                </a:extLst>
              </a:tr>
              <a:tr h="178972">
                <a:tc>
                  <a:txBody>
                    <a:bodyPr/>
                    <a:lstStyle/>
                    <a:p>
                      <a:r>
                        <a:rPr lang="de-DE" sz="800"/>
                        <a:t>3</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dirty="0"/>
                        <a:t>Ergänzt eine Produktanforderung, nach der das Bremssystem ein Blockieren der Räder beim Bremsen verhindern soll.</a:t>
                      </a:r>
                    </a:p>
                  </a:txBody>
                  <a:tcPr marL="9420" marR="9420" marT="4710" marB="4710" anchor="ctr">
                    <a:lnL>
                      <a:noFill/>
                    </a:lnL>
                    <a:lnR>
                      <a:noFill/>
                    </a:lnR>
                    <a:lnT>
                      <a:noFill/>
                    </a:lnT>
                    <a:lnB>
                      <a:noFill/>
                    </a:lnB>
                    <a:noFill/>
                  </a:tcPr>
                </a:tc>
                <a:tc>
                  <a:txBody>
                    <a:bodyPr/>
                    <a:lstStyle/>
                    <a:p>
                      <a:r>
                        <a:rPr lang="de-DE" sz="800"/>
                        <a:t>Produktmodell: Anforderungen Gn</a:t>
                      </a:r>
                    </a:p>
                  </a:txBody>
                  <a:tcPr marL="9420" marR="9420" marT="4710" marB="4710" anchor="ctr">
                    <a:lnL>
                      <a:noFill/>
                    </a:lnL>
                    <a:lnR>
                      <a:noFill/>
                    </a:lnR>
                    <a:lnT>
                      <a:noFill/>
                    </a:lnT>
                    <a:lnB>
                      <a:noFill/>
                    </a:lnB>
                    <a:noFill/>
                  </a:tcPr>
                </a:tc>
                <a:extLst>
                  <a:ext uri="{0D108BD9-81ED-4DB2-BD59-A6C34878D82A}">
                    <a16:rowId xmlns:a16="http://schemas.microsoft.com/office/drawing/2014/main" val="4000889643"/>
                  </a:ext>
                </a:extLst>
              </a:tr>
              <a:tr h="178972">
                <a:tc>
                  <a:txBody>
                    <a:bodyPr/>
                    <a:lstStyle/>
                    <a:p>
                      <a:r>
                        <a:rPr lang="de-DE" sz="800"/>
                        <a:t>4</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dirty="0"/>
                        <a:t>Ergänzt eine Produktanforderung zur Erfassung der Raddrehzahlen als Eingangsgröße für die ABS-Regelung.</a:t>
                      </a:r>
                    </a:p>
                  </a:txBody>
                  <a:tcPr marL="9420" marR="9420" marT="4710" marB="4710" anchor="ctr">
                    <a:lnL>
                      <a:noFill/>
                    </a:lnL>
                    <a:lnR>
                      <a:noFill/>
                    </a:lnR>
                    <a:lnT>
                      <a:noFill/>
                    </a:lnT>
                    <a:lnB>
                      <a:noFill/>
                    </a:lnB>
                    <a:noFill/>
                  </a:tcPr>
                </a:tc>
                <a:tc>
                  <a:txBody>
                    <a:bodyPr/>
                    <a:lstStyle/>
                    <a:p>
                      <a:r>
                        <a:rPr lang="de-DE" sz="800"/>
                        <a:t>Produktmodell: Anforderungen Gn</a:t>
                      </a:r>
                    </a:p>
                  </a:txBody>
                  <a:tcPr marL="9420" marR="9420" marT="4710" marB="4710" anchor="ctr">
                    <a:lnL>
                      <a:noFill/>
                    </a:lnL>
                    <a:lnR>
                      <a:noFill/>
                    </a:lnR>
                    <a:lnT>
                      <a:noFill/>
                    </a:lnT>
                    <a:lnB>
                      <a:noFill/>
                    </a:lnB>
                    <a:noFill/>
                  </a:tcPr>
                </a:tc>
                <a:extLst>
                  <a:ext uri="{0D108BD9-81ED-4DB2-BD59-A6C34878D82A}">
                    <a16:rowId xmlns:a16="http://schemas.microsoft.com/office/drawing/2014/main" val="2722817692"/>
                  </a:ext>
                </a:extLst>
              </a:tr>
              <a:tr h="178972">
                <a:tc>
                  <a:txBody>
                    <a:bodyPr/>
                    <a:lstStyle/>
                    <a:p>
                      <a:r>
                        <a:rPr lang="de-DE" sz="800"/>
                        <a:t>5</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dirty="0"/>
                        <a:t>Ergänzt die Funktion ABS-Regelung, die Raddrehzahlinformationen verarbeitet und die Bremskraftregelung beeinflusst.</a:t>
                      </a:r>
                    </a:p>
                  </a:txBody>
                  <a:tcPr marL="9420" marR="9420" marT="4710" marB="4710" anchor="ctr">
                    <a:lnL>
                      <a:noFill/>
                    </a:lnL>
                    <a:lnR>
                      <a:noFill/>
                    </a:lnR>
                    <a:lnT>
                      <a:noFill/>
                    </a:lnT>
                    <a:lnB>
                      <a:noFill/>
                    </a:lnB>
                    <a:noFill/>
                  </a:tcPr>
                </a:tc>
                <a:tc>
                  <a:txBody>
                    <a:bodyPr/>
                    <a:lstStyle/>
                    <a:p>
                      <a:r>
                        <a:rPr lang="de-DE" sz="800"/>
                        <a:t>Produktmodell: Funktionen Gn</a:t>
                      </a:r>
                    </a:p>
                  </a:txBody>
                  <a:tcPr marL="9420" marR="9420" marT="4710" marB="4710" anchor="ctr">
                    <a:lnL>
                      <a:noFill/>
                    </a:lnL>
                    <a:lnR>
                      <a:noFill/>
                    </a:lnR>
                    <a:lnT>
                      <a:noFill/>
                    </a:lnT>
                    <a:lnB>
                      <a:noFill/>
                    </a:lnB>
                    <a:noFill/>
                  </a:tcPr>
                </a:tc>
                <a:extLst>
                  <a:ext uri="{0D108BD9-81ED-4DB2-BD59-A6C34878D82A}">
                    <a16:rowId xmlns:a16="http://schemas.microsoft.com/office/drawing/2014/main" val="3855682121"/>
                  </a:ext>
                </a:extLst>
              </a:tr>
              <a:tr h="292007">
                <a:tc>
                  <a:txBody>
                    <a:bodyPr/>
                    <a:lstStyle/>
                    <a:p>
                      <a:r>
                        <a:rPr lang="de-DE" sz="800"/>
                        <a:t>6</a:t>
                      </a:r>
                    </a:p>
                  </a:txBody>
                  <a:tcPr marL="9420" marR="9420" marT="4710" marB="4710" anchor="ctr">
                    <a:lnL>
                      <a:noFill/>
                    </a:lnL>
                    <a:lnR>
                      <a:noFill/>
                    </a:lnR>
                    <a:lnT>
                      <a:noFill/>
                    </a:lnT>
                    <a:lnB>
                      <a:noFill/>
                    </a:lnB>
                    <a:noFill/>
                  </a:tcPr>
                </a:tc>
                <a:tc>
                  <a:txBody>
                    <a:bodyPr/>
                    <a:lstStyle/>
                    <a:p>
                      <a:r>
                        <a:rPr lang="de-DE" sz="800"/>
                        <a:t>Vitruvius</a:t>
                      </a:r>
                    </a:p>
                  </a:txBody>
                  <a:tcPr marL="9420" marR="9420" marT="4710" marB="4710" anchor="ctr">
                    <a:lnL>
                      <a:noFill/>
                    </a:lnL>
                    <a:lnR>
                      <a:noFill/>
                    </a:lnR>
                    <a:lnT>
                      <a:noFill/>
                    </a:lnT>
                    <a:lnB>
                      <a:noFill/>
                    </a:lnB>
                    <a:noFill/>
                  </a:tcPr>
                </a:tc>
                <a:tc>
                  <a:txBody>
                    <a:bodyPr/>
                    <a:lstStyle/>
                    <a:p>
                      <a:r>
                        <a:rPr lang="de-DE" sz="800" dirty="0"/>
                        <a:t>Erkennt die neu angelegte bzw. geänderte Produktfunktion und wendet CPRs „1“ an. Die daraus resultierenden Validierungsanforderungen werden im Validierungsumgebung-Modell ergänzt bzw. als Änderungsbedarf identifiziert.</a:t>
                      </a:r>
                    </a:p>
                  </a:txBody>
                  <a:tcPr marL="9420" marR="9420" marT="4710" marB="4710" anchor="ctr">
                    <a:lnL>
                      <a:noFill/>
                    </a:lnL>
                    <a:lnR>
                      <a:noFill/>
                    </a:lnR>
                    <a:lnT>
                      <a:noFill/>
                    </a:lnT>
                    <a:lnB>
                      <a:noFill/>
                    </a:lnB>
                    <a:noFill/>
                  </a:tcPr>
                </a:tc>
                <a:tc>
                  <a:txBody>
                    <a:bodyPr/>
                    <a:lstStyle/>
                    <a:p>
                      <a:r>
                        <a:rPr lang="de-DE" sz="800" dirty="0"/>
                        <a:t>Produktfunktionen Gn; Validierungsumgebung-Anforderungen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518652528"/>
                  </a:ext>
                </a:extLst>
              </a:tr>
              <a:tr h="150713">
                <a:tc>
                  <a:txBody>
                    <a:bodyPr/>
                    <a:lstStyle/>
                    <a:p>
                      <a:r>
                        <a:rPr lang="de-DE" sz="800"/>
                        <a:t>7</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a:t>Ergänzt die Funktion zur Erfassung und Bereitstellung der Raddrehzahlinformationen.</a:t>
                      </a:r>
                    </a:p>
                  </a:txBody>
                  <a:tcPr marL="9420" marR="9420" marT="4710" marB="4710" anchor="ctr">
                    <a:lnL>
                      <a:noFill/>
                    </a:lnL>
                    <a:lnR>
                      <a:noFill/>
                    </a:lnR>
                    <a:lnT>
                      <a:noFill/>
                    </a:lnT>
                    <a:lnB>
                      <a:noFill/>
                    </a:lnB>
                    <a:noFill/>
                  </a:tcPr>
                </a:tc>
                <a:tc>
                  <a:txBody>
                    <a:bodyPr/>
                    <a:lstStyle/>
                    <a:p>
                      <a:r>
                        <a:rPr lang="de-DE" sz="800"/>
                        <a:t>Produktmodell: Funktionen Gn</a:t>
                      </a:r>
                    </a:p>
                  </a:txBody>
                  <a:tcPr marL="9420" marR="9420" marT="4710" marB="4710" anchor="ctr">
                    <a:lnL>
                      <a:noFill/>
                    </a:lnL>
                    <a:lnR>
                      <a:noFill/>
                    </a:lnR>
                    <a:lnT>
                      <a:noFill/>
                    </a:lnT>
                    <a:lnB>
                      <a:noFill/>
                    </a:lnB>
                    <a:noFill/>
                  </a:tcPr>
                </a:tc>
                <a:extLst>
                  <a:ext uri="{0D108BD9-81ED-4DB2-BD59-A6C34878D82A}">
                    <a16:rowId xmlns:a16="http://schemas.microsoft.com/office/drawing/2014/main" val="717653675"/>
                  </a:ext>
                </a:extLst>
              </a:tr>
              <a:tr h="235490">
                <a:tc>
                  <a:txBody>
                    <a:bodyPr/>
                    <a:lstStyle/>
                    <a:p>
                      <a:r>
                        <a:rPr lang="de-DE" sz="800"/>
                        <a:t>8</a:t>
                      </a:r>
                    </a:p>
                  </a:txBody>
                  <a:tcPr marL="9420" marR="9420" marT="4710" marB="4710" anchor="ctr">
                    <a:lnL>
                      <a:noFill/>
                    </a:lnL>
                    <a:lnR>
                      <a:noFill/>
                    </a:lnR>
                    <a:lnT>
                      <a:noFill/>
                    </a:lnT>
                    <a:lnB>
                      <a:noFill/>
                    </a:lnB>
                    <a:noFill/>
                  </a:tcPr>
                </a:tc>
                <a:tc>
                  <a:txBody>
                    <a:bodyPr/>
                    <a:lstStyle/>
                    <a:p>
                      <a:r>
                        <a:rPr lang="de-DE" sz="800"/>
                        <a:t>Vitruvius</a:t>
                      </a:r>
                    </a:p>
                  </a:txBody>
                  <a:tcPr marL="9420" marR="9420" marT="4710" marB="4710" anchor="ctr">
                    <a:lnL>
                      <a:noFill/>
                    </a:lnL>
                    <a:lnR>
                      <a:noFill/>
                    </a:lnR>
                    <a:lnT>
                      <a:noFill/>
                    </a:lnT>
                    <a:lnB>
                      <a:noFill/>
                    </a:lnB>
                    <a:noFill/>
                  </a:tcPr>
                </a:tc>
                <a:tc>
                  <a:txBody>
                    <a:bodyPr/>
                    <a:lstStyle/>
                    <a:p>
                      <a:r>
                        <a:rPr lang="de-DE" sz="800" dirty="0"/>
                        <a:t>Wendet CPRs „1“ auf die neu ergänzte Erfassungsfunktion an und identifiziert gegebenenfalls weitere daraus resultierende Validierungsanforderungen.</a:t>
                      </a:r>
                    </a:p>
                  </a:txBody>
                  <a:tcPr marL="9420" marR="9420" marT="4710" marB="4710" anchor="ctr">
                    <a:lnL>
                      <a:noFill/>
                    </a:lnL>
                    <a:lnR>
                      <a:noFill/>
                    </a:lnR>
                    <a:lnT>
                      <a:noFill/>
                    </a:lnT>
                    <a:lnB>
                      <a:noFill/>
                    </a:lnB>
                    <a:noFill/>
                  </a:tcPr>
                </a:tc>
                <a:tc>
                  <a:txBody>
                    <a:bodyPr/>
                    <a:lstStyle/>
                    <a:p>
                      <a:r>
                        <a:rPr lang="de-DE" sz="800" dirty="0"/>
                        <a:t>Produktfunktionen Gn; Validierungsumgebung-Anforderungen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4258348348"/>
                  </a:ext>
                </a:extLst>
              </a:tr>
              <a:tr h="178972">
                <a:tc>
                  <a:txBody>
                    <a:bodyPr/>
                    <a:lstStyle/>
                    <a:p>
                      <a:r>
                        <a:rPr lang="de-DE" sz="800"/>
                        <a:t>9</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a:t>Ergänzt die Raddrehzahlsensoren als technische Elemente und ordnet sie der entsprechenden Erfassungsfunktion zu.</a:t>
                      </a:r>
                    </a:p>
                  </a:txBody>
                  <a:tcPr marL="9420" marR="9420" marT="4710" marB="4710" anchor="ctr">
                    <a:lnL>
                      <a:noFill/>
                    </a:lnL>
                    <a:lnR>
                      <a:noFill/>
                    </a:lnR>
                    <a:lnT>
                      <a:noFill/>
                    </a:lnT>
                    <a:lnB>
                      <a:noFill/>
                    </a:lnB>
                    <a:noFill/>
                  </a:tcPr>
                </a:tc>
                <a:tc>
                  <a:txBody>
                    <a:bodyPr/>
                    <a:lstStyle/>
                    <a:p>
                      <a:r>
                        <a:rPr lang="de-DE" sz="800"/>
                        <a:t>Produktmodell: Architektur Gn</a:t>
                      </a:r>
                    </a:p>
                  </a:txBody>
                  <a:tcPr marL="9420" marR="9420" marT="4710" marB="4710" anchor="ctr">
                    <a:lnL>
                      <a:noFill/>
                    </a:lnL>
                    <a:lnR>
                      <a:noFill/>
                    </a:lnR>
                    <a:lnT>
                      <a:noFill/>
                    </a:lnT>
                    <a:lnB>
                      <a:noFill/>
                    </a:lnB>
                    <a:noFill/>
                  </a:tcPr>
                </a:tc>
                <a:extLst>
                  <a:ext uri="{0D108BD9-81ED-4DB2-BD59-A6C34878D82A}">
                    <a16:rowId xmlns:a16="http://schemas.microsoft.com/office/drawing/2014/main" val="2008596093"/>
                  </a:ext>
                </a:extLst>
              </a:tr>
              <a:tr h="263749">
                <a:tc>
                  <a:txBody>
                    <a:bodyPr/>
                    <a:lstStyle/>
                    <a:p>
                      <a:r>
                        <a:rPr lang="de-DE" sz="800"/>
                        <a:t>10</a:t>
                      </a:r>
                    </a:p>
                  </a:txBody>
                  <a:tcPr marL="9420" marR="9420" marT="4710" marB="4710" anchor="ctr">
                    <a:lnL>
                      <a:noFill/>
                    </a:lnL>
                    <a:lnR>
                      <a:noFill/>
                    </a:lnR>
                    <a:lnT>
                      <a:noFill/>
                    </a:lnT>
                    <a:lnB>
                      <a:noFill/>
                    </a:lnB>
                    <a:noFill/>
                  </a:tcPr>
                </a:tc>
                <a:tc>
                  <a:txBody>
                    <a:bodyPr/>
                    <a:lstStyle/>
                    <a:p>
                      <a:r>
                        <a:rPr lang="de-DE" sz="800"/>
                        <a:t>Vitruvius</a:t>
                      </a:r>
                    </a:p>
                  </a:txBody>
                  <a:tcPr marL="9420" marR="9420" marT="4710" marB="4710" anchor="ctr">
                    <a:lnL>
                      <a:noFill/>
                    </a:lnL>
                    <a:lnR>
                      <a:noFill/>
                    </a:lnR>
                    <a:lnT>
                      <a:noFill/>
                    </a:lnT>
                    <a:lnB>
                      <a:noFill/>
                    </a:lnB>
                    <a:noFill/>
                  </a:tcPr>
                </a:tc>
                <a:tc>
                  <a:txBody>
                    <a:bodyPr/>
                    <a:lstStyle/>
                    <a:p>
                      <a:r>
                        <a:rPr lang="de-DE" sz="800" dirty="0"/>
                        <a:t>Wendet CPRs „2“ auf die neu ergänzten Raddrehzahlsensoren an und identifiziert daraus resultierende Anforderungen an die Validierungsumgebung, etwa zur Erfassung der Raddrehzahlsignale.</a:t>
                      </a:r>
                    </a:p>
                  </a:txBody>
                  <a:tcPr marL="9420" marR="9420" marT="4710" marB="4710" anchor="ctr">
                    <a:lnL>
                      <a:noFill/>
                    </a:lnL>
                    <a:lnR>
                      <a:noFill/>
                    </a:lnR>
                    <a:lnT>
                      <a:noFill/>
                    </a:lnT>
                    <a:lnB>
                      <a:noFill/>
                    </a:lnB>
                    <a:noFill/>
                  </a:tcPr>
                </a:tc>
                <a:tc>
                  <a:txBody>
                    <a:bodyPr/>
                    <a:lstStyle/>
                    <a:p>
                      <a:r>
                        <a:rPr lang="de-DE" sz="800" dirty="0"/>
                        <a:t>Produktarchitektur Gn; Validierungsumgebung-Anforderungen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3572433107"/>
                  </a:ext>
                </a:extLst>
              </a:tr>
              <a:tr h="150713">
                <a:tc>
                  <a:txBody>
                    <a:bodyPr/>
                    <a:lstStyle/>
                    <a:p>
                      <a:r>
                        <a:rPr lang="de-DE" sz="800"/>
                        <a:t>11</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a:t>Ergänzt das ABS-Steuergerät als technisches Element zur Realisierung der ABS-Regelung.</a:t>
                      </a:r>
                    </a:p>
                  </a:txBody>
                  <a:tcPr marL="9420" marR="9420" marT="4710" marB="4710" anchor="ctr">
                    <a:lnL>
                      <a:noFill/>
                    </a:lnL>
                    <a:lnR>
                      <a:noFill/>
                    </a:lnR>
                    <a:lnT>
                      <a:noFill/>
                    </a:lnT>
                    <a:lnB>
                      <a:noFill/>
                    </a:lnB>
                    <a:noFill/>
                  </a:tcPr>
                </a:tc>
                <a:tc>
                  <a:txBody>
                    <a:bodyPr/>
                    <a:lstStyle/>
                    <a:p>
                      <a:r>
                        <a:rPr lang="de-DE" sz="800"/>
                        <a:t>Produktmodell: Architektur Gn</a:t>
                      </a:r>
                    </a:p>
                  </a:txBody>
                  <a:tcPr marL="9420" marR="9420" marT="4710" marB="4710" anchor="ctr">
                    <a:lnL>
                      <a:noFill/>
                    </a:lnL>
                    <a:lnR>
                      <a:noFill/>
                    </a:lnR>
                    <a:lnT>
                      <a:noFill/>
                    </a:lnT>
                    <a:lnB>
                      <a:noFill/>
                    </a:lnB>
                    <a:noFill/>
                  </a:tcPr>
                </a:tc>
                <a:extLst>
                  <a:ext uri="{0D108BD9-81ED-4DB2-BD59-A6C34878D82A}">
                    <a16:rowId xmlns:a16="http://schemas.microsoft.com/office/drawing/2014/main" val="682261467"/>
                  </a:ext>
                </a:extLst>
              </a:tr>
              <a:tr h="263749">
                <a:tc>
                  <a:txBody>
                    <a:bodyPr/>
                    <a:lstStyle/>
                    <a:p>
                      <a:r>
                        <a:rPr lang="de-DE" sz="800"/>
                        <a:t>12</a:t>
                      </a:r>
                    </a:p>
                  </a:txBody>
                  <a:tcPr marL="9420" marR="9420" marT="4710" marB="4710" anchor="ctr">
                    <a:lnL>
                      <a:noFill/>
                    </a:lnL>
                    <a:lnR>
                      <a:noFill/>
                    </a:lnR>
                    <a:lnT>
                      <a:noFill/>
                    </a:lnT>
                    <a:lnB>
                      <a:noFill/>
                    </a:lnB>
                    <a:noFill/>
                  </a:tcPr>
                </a:tc>
                <a:tc>
                  <a:txBody>
                    <a:bodyPr/>
                    <a:lstStyle/>
                    <a:p>
                      <a:r>
                        <a:rPr lang="de-DE" sz="800"/>
                        <a:t>Vitruvius</a:t>
                      </a:r>
                    </a:p>
                  </a:txBody>
                  <a:tcPr marL="9420" marR="9420" marT="4710" marB="4710" anchor="ctr">
                    <a:lnL>
                      <a:noFill/>
                    </a:lnL>
                    <a:lnR>
                      <a:noFill/>
                    </a:lnR>
                    <a:lnT>
                      <a:noFill/>
                    </a:lnT>
                    <a:lnB>
                      <a:noFill/>
                    </a:lnB>
                    <a:noFill/>
                  </a:tcPr>
                </a:tc>
                <a:tc>
                  <a:txBody>
                    <a:bodyPr/>
                    <a:lstStyle/>
                    <a:p>
                      <a:r>
                        <a:rPr lang="de-DE" sz="800" dirty="0"/>
                        <a:t>Wendet CPRs „2“ auf das ABS-Steuergerät an und identifiziert gegebenenfalls weitere Anforderungen an die Validierungsumgebung, etwa zur erforderlichen Anbindung des Steuergeräts.</a:t>
                      </a:r>
                    </a:p>
                  </a:txBody>
                  <a:tcPr marL="9420" marR="9420" marT="4710" marB="4710" anchor="ctr">
                    <a:lnL>
                      <a:noFill/>
                    </a:lnL>
                    <a:lnR>
                      <a:noFill/>
                    </a:lnR>
                    <a:lnT>
                      <a:noFill/>
                    </a:lnT>
                    <a:lnB>
                      <a:noFill/>
                    </a:lnB>
                    <a:noFill/>
                  </a:tcPr>
                </a:tc>
                <a:tc>
                  <a:txBody>
                    <a:bodyPr/>
                    <a:lstStyle/>
                    <a:p>
                      <a:r>
                        <a:rPr lang="de-DE" sz="800" dirty="0"/>
                        <a:t>Produktarchitektur Gn; Validierungsumgebung-Anforderungen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2088284275"/>
                  </a:ext>
                </a:extLst>
              </a:tr>
              <a:tr h="207231">
                <a:tc>
                  <a:txBody>
                    <a:bodyPr/>
                    <a:lstStyle/>
                    <a:p>
                      <a:r>
                        <a:rPr lang="de-DE" sz="800"/>
                        <a:t>13</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dirty="0"/>
                        <a:t>Ergänzt die erforderlichen hydraulischen Stellelemente, insbesondere Ventile und Pumpe, sowie den angepassten Hydraulikkreislauf.</a:t>
                      </a:r>
                    </a:p>
                  </a:txBody>
                  <a:tcPr marL="9420" marR="9420" marT="4710" marB="4710" anchor="ctr">
                    <a:lnL>
                      <a:noFill/>
                    </a:lnL>
                    <a:lnR>
                      <a:noFill/>
                    </a:lnR>
                    <a:lnT>
                      <a:noFill/>
                    </a:lnT>
                    <a:lnB>
                      <a:noFill/>
                    </a:lnB>
                    <a:noFill/>
                  </a:tcPr>
                </a:tc>
                <a:tc>
                  <a:txBody>
                    <a:bodyPr/>
                    <a:lstStyle/>
                    <a:p>
                      <a:r>
                        <a:rPr lang="de-DE" sz="800"/>
                        <a:t>Produktmodell: Architektur Gn</a:t>
                      </a:r>
                    </a:p>
                  </a:txBody>
                  <a:tcPr marL="9420" marR="9420" marT="4710" marB="4710" anchor="ctr">
                    <a:lnL>
                      <a:noFill/>
                    </a:lnL>
                    <a:lnR>
                      <a:noFill/>
                    </a:lnR>
                    <a:lnT>
                      <a:noFill/>
                    </a:lnT>
                    <a:lnB>
                      <a:noFill/>
                    </a:lnB>
                    <a:noFill/>
                  </a:tcPr>
                </a:tc>
                <a:extLst>
                  <a:ext uri="{0D108BD9-81ED-4DB2-BD59-A6C34878D82A}">
                    <a16:rowId xmlns:a16="http://schemas.microsoft.com/office/drawing/2014/main" val="2862920926"/>
                  </a:ext>
                </a:extLst>
              </a:tr>
              <a:tr h="235490">
                <a:tc>
                  <a:txBody>
                    <a:bodyPr/>
                    <a:lstStyle/>
                    <a:p>
                      <a:r>
                        <a:rPr lang="de-DE" sz="800"/>
                        <a:t>14</a:t>
                      </a:r>
                    </a:p>
                  </a:txBody>
                  <a:tcPr marL="9420" marR="9420" marT="4710" marB="4710" anchor="ctr">
                    <a:lnL>
                      <a:noFill/>
                    </a:lnL>
                    <a:lnR>
                      <a:noFill/>
                    </a:lnR>
                    <a:lnT>
                      <a:noFill/>
                    </a:lnT>
                    <a:lnB>
                      <a:noFill/>
                    </a:lnB>
                    <a:noFill/>
                  </a:tcPr>
                </a:tc>
                <a:tc>
                  <a:txBody>
                    <a:bodyPr/>
                    <a:lstStyle/>
                    <a:p>
                      <a:r>
                        <a:rPr lang="de-DE" sz="800"/>
                        <a:t>Vitruvius</a:t>
                      </a:r>
                    </a:p>
                  </a:txBody>
                  <a:tcPr marL="9420" marR="9420" marT="4710" marB="4710" anchor="ctr">
                    <a:lnL>
                      <a:noFill/>
                    </a:lnL>
                    <a:lnR>
                      <a:noFill/>
                    </a:lnR>
                    <a:lnT>
                      <a:noFill/>
                    </a:lnT>
                    <a:lnB>
                      <a:noFill/>
                    </a:lnB>
                    <a:noFill/>
                  </a:tcPr>
                </a:tc>
                <a:tc>
                  <a:txBody>
                    <a:bodyPr/>
                    <a:lstStyle/>
                    <a:p>
                      <a:r>
                        <a:rPr lang="de-DE" sz="800" dirty="0"/>
                        <a:t>Wendet CPRs „2“ auf die neu ergänzten hydraulischen Komponenten an und identifiziert daraus resultierende Anforderungen an die Validierungsumgebung.</a:t>
                      </a:r>
                    </a:p>
                  </a:txBody>
                  <a:tcPr marL="9420" marR="9420" marT="4710" marB="4710" anchor="ctr">
                    <a:lnL>
                      <a:noFill/>
                    </a:lnL>
                    <a:lnR>
                      <a:noFill/>
                    </a:lnR>
                    <a:lnT>
                      <a:noFill/>
                    </a:lnT>
                    <a:lnB>
                      <a:noFill/>
                    </a:lnB>
                    <a:noFill/>
                  </a:tcPr>
                </a:tc>
                <a:tc>
                  <a:txBody>
                    <a:bodyPr/>
                    <a:lstStyle/>
                    <a:p>
                      <a:r>
                        <a:rPr lang="de-DE" sz="800" dirty="0"/>
                        <a:t>Produktarchitektur Gn; Validierungsumgebung-Anforderungen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263529490"/>
                  </a:ext>
                </a:extLst>
              </a:tr>
              <a:tr h="207231">
                <a:tc>
                  <a:txBody>
                    <a:bodyPr/>
                    <a:lstStyle/>
                    <a:p>
                      <a:r>
                        <a:rPr lang="de-DE" sz="800"/>
                        <a:t>15</a:t>
                      </a:r>
                    </a:p>
                  </a:txBody>
                  <a:tcPr marL="9420" marR="9420" marT="4710" marB="4710" anchor="ctr">
                    <a:lnL>
                      <a:noFill/>
                    </a:lnL>
                    <a:lnR>
                      <a:noFill/>
                    </a:lnR>
                    <a:lnT>
                      <a:noFill/>
                    </a:lnT>
                    <a:lnB>
                      <a:noFill/>
                    </a:lnB>
                    <a:noFill/>
                  </a:tcPr>
                </a:tc>
                <a:tc>
                  <a:txBody>
                    <a:bodyPr/>
                    <a:lstStyle/>
                    <a:p>
                      <a:r>
                        <a:rPr lang="de-DE" sz="800"/>
                        <a:t>Produktentwickler</a:t>
                      </a:r>
                    </a:p>
                  </a:txBody>
                  <a:tcPr marL="9420" marR="9420" marT="4710" marB="4710" anchor="ctr">
                    <a:lnL>
                      <a:noFill/>
                    </a:lnL>
                    <a:lnR>
                      <a:noFill/>
                    </a:lnR>
                    <a:lnT>
                      <a:noFill/>
                    </a:lnT>
                    <a:lnB>
                      <a:noFill/>
                    </a:lnB>
                    <a:noFill/>
                  </a:tcPr>
                </a:tc>
                <a:tc>
                  <a:txBody>
                    <a:bodyPr/>
                    <a:lstStyle/>
                    <a:p>
                      <a:r>
                        <a:rPr lang="de-DE" sz="800"/>
                        <a:t>Stellt die internen Beziehungen zwischen den neuen Anforderungen, Funktionen und Architekturelementen im Produktmodell her.</a:t>
                      </a:r>
                    </a:p>
                  </a:txBody>
                  <a:tcPr marL="9420" marR="9420" marT="4710" marB="4710" anchor="ctr">
                    <a:lnL>
                      <a:noFill/>
                    </a:lnL>
                    <a:lnR>
                      <a:noFill/>
                    </a:lnR>
                    <a:lnT>
                      <a:noFill/>
                    </a:lnT>
                    <a:lnB>
                      <a:noFill/>
                    </a:lnB>
                    <a:noFill/>
                  </a:tcPr>
                </a:tc>
                <a:tc>
                  <a:txBody>
                    <a:bodyPr/>
                    <a:lstStyle/>
                    <a:p>
                      <a:r>
                        <a:rPr lang="de-DE" sz="800"/>
                        <a:t>Produktmodell: Anforderungen, Funktionen, Architektur Gn</a:t>
                      </a:r>
                    </a:p>
                  </a:txBody>
                  <a:tcPr marL="9420" marR="9420" marT="4710" marB="4710" anchor="ctr">
                    <a:lnL>
                      <a:noFill/>
                    </a:lnL>
                    <a:lnR>
                      <a:noFill/>
                    </a:lnR>
                    <a:lnT>
                      <a:noFill/>
                    </a:lnT>
                    <a:lnB>
                      <a:noFill/>
                    </a:lnB>
                    <a:noFill/>
                  </a:tcPr>
                </a:tc>
                <a:extLst>
                  <a:ext uri="{0D108BD9-81ED-4DB2-BD59-A6C34878D82A}">
                    <a16:rowId xmlns:a16="http://schemas.microsoft.com/office/drawing/2014/main" val="893709300"/>
                  </a:ext>
                </a:extLst>
              </a:tr>
              <a:tr h="292007">
                <a:tc>
                  <a:txBody>
                    <a:bodyPr/>
                    <a:lstStyle/>
                    <a:p>
                      <a:r>
                        <a:rPr lang="de-DE" sz="800"/>
                        <a:t>16</a:t>
                      </a:r>
                    </a:p>
                  </a:txBody>
                  <a:tcPr marL="9420" marR="9420" marT="4710" marB="4710" anchor="ctr">
                    <a:lnL>
                      <a:noFill/>
                    </a:lnL>
                    <a:lnR>
                      <a:noFill/>
                    </a:lnR>
                    <a:lnT>
                      <a:noFill/>
                    </a:lnT>
                    <a:lnB>
                      <a:noFill/>
                    </a:lnB>
                    <a:noFill/>
                  </a:tcPr>
                </a:tc>
                <a:tc>
                  <a:txBody>
                    <a:bodyPr/>
                    <a:lstStyle/>
                    <a:p>
                      <a:r>
                        <a:rPr lang="de-DE" sz="800"/>
                        <a:t>Validierungsingenieur</a:t>
                      </a:r>
                    </a:p>
                  </a:txBody>
                  <a:tcPr marL="9420" marR="9420" marT="4710" marB="4710" anchor="ctr">
                    <a:lnL>
                      <a:noFill/>
                    </a:lnL>
                    <a:lnR>
                      <a:noFill/>
                    </a:lnR>
                    <a:lnT>
                      <a:noFill/>
                    </a:lnT>
                    <a:lnB>
                      <a:noFill/>
                    </a:lnB>
                    <a:noFill/>
                  </a:tcPr>
                </a:tc>
                <a:tc>
                  <a:txBody>
                    <a:bodyPr/>
                    <a:lstStyle/>
                    <a:p>
                      <a:r>
                        <a:rPr lang="de-DE" sz="800" dirty="0"/>
                        <a:t>Prüft und konkretisiert die durch CPRs „1“ und CPRs „2“ identifizierten Validierungsumgebungs-Anforderungen, insbesondere hinsichtlich der Überprüfung der ABS-Regelung und des Verhaltens bei kritischen Bremsvorgängen.</a:t>
                      </a:r>
                    </a:p>
                  </a:txBody>
                  <a:tcPr marL="9420" marR="9420" marT="4710" marB="4710" anchor="ctr">
                    <a:lnL>
                      <a:noFill/>
                    </a:lnL>
                    <a:lnR>
                      <a:noFill/>
                    </a:lnR>
                    <a:lnT>
                      <a:noFill/>
                    </a:lnT>
                    <a:lnB>
                      <a:noFill/>
                    </a:lnB>
                    <a:noFill/>
                  </a:tcPr>
                </a:tc>
                <a:tc>
                  <a:txBody>
                    <a:bodyPr/>
                    <a:lstStyle/>
                    <a:p>
                      <a:r>
                        <a:rPr lang="de-DE" sz="800" dirty="0"/>
                        <a:t>Validierungsumgebung-Modell: Anforderungen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3923534469"/>
                  </a:ext>
                </a:extLst>
              </a:tr>
              <a:tr h="207231">
                <a:tc>
                  <a:txBody>
                    <a:bodyPr/>
                    <a:lstStyle/>
                    <a:p>
                      <a:r>
                        <a:rPr lang="de-DE" sz="800"/>
                        <a:t>17</a:t>
                      </a:r>
                    </a:p>
                  </a:txBody>
                  <a:tcPr marL="9420" marR="9420" marT="4710" marB="4710" anchor="ctr">
                    <a:lnL>
                      <a:noFill/>
                    </a:lnL>
                    <a:lnR>
                      <a:noFill/>
                    </a:lnR>
                    <a:lnT>
                      <a:noFill/>
                    </a:lnT>
                    <a:lnB>
                      <a:noFill/>
                    </a:lnB>
                    <a:noFill/>
                  </a:tcPr>
                </a:tc>
                <a:tc>
                  <a:txBody>
                    <a:bodyPr/>
                    <a:lstStyle/>
                    <a:p>
                      <a:r>
                        <a:rPr lang="de-DE" sz="800"/>
                        <a:t>Validierungsingenieur</a:t>
                      </a:r>
                    </a:p>
                  </a:txBody>
                  <a:tcPr marL="9420" marR="9420" marT="4710" marB="4710" anchor="ctr">
                    <a:lnL>
                      <a:noFill/>
                    </a:lnL>
                    <a:lnR>
                      <a:noFill/>
                    </a:lnR>
                    <a:lnT>
                      <a:noFill/>
                    </a:lnT>
                    <a:lnB>
                      <a:noFill/>
                    </a:lnB>
                    <a:noFill/>
                  </a:tcPr>
                </a:tc>
                <a:tc>
                  <a:txBody>
                    <a:bodyPr/>
                    <a:lstStyle/>
                    <a:p>
                      <a:r>
                        <a:rPr lang="de-DE" sz="800" dirty="0"/>
                        <a:t>Ergänzt die Validierungsumgebung-Funktionen zur Erfassung und Bereitstellung der erforderlichen Messgrößen sowie zur Untersuchung der ABS-Regelung.</a:t>
                      </a:r>
                    </a:p>
                  </a:txBody>
                  <a:tcPr marL="9420" marR="9420" marT="4710" marB="4710" anchor="ctr">
                    <a:lnL>
                      <a:noFill/>
                    </a:lnL>
                    <a:lnR>
                      <a:noFill/>
                    </a:lnR>
                    <a:lnT>
                      <a:noFill/>
                    </a:lnT>
                    <a:lnB>
                      <a:noFill/>
                    </a:lnB>
                    <a:noFill/>
                  </a:tcPr>
                </a:tc>
                <a:tc>
                  <a:txBody>
                    <a:bodyPr/>
                    <a:lstStyle/>
                    <a:p>
                      <a:r>
                        <a:rPr lang="de-DE" sz="800" dirty="0"/>
                        <a:t>Validierungsumgebung-Modell: Funktionen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3087558551"/>
                  </a:ext>
                </a:extLst>
              </a:tr>
              <a:tr h="207231">
                <a:tc>
                  <a:txBody>
                    <a:bodyPr/>
                    <a:lstStyle/>
                    <a:p>
                      <a:r>
                        <a:rPr lang="de-DE" sz="800"/>
                        <a:t>18</a:t>
                      </a:r>
                    </a:p>
                  </a:txBody>
                  <a:tcPr marL="9420" marR="9420" marT="4710" marB="4710" anchor="ctr">
                    <a:lnL>
                      <a:noFill/>
                    </a:lnL>
                    <a:lnR>
                      <a:noFill/>
                    </a:lnR>
                    <a:lnT>
                      <a:noFill/>
                    </a:lnT>
                    <a:lnB>
                      <a:noFill/>
                    </a:lnB>
                    <a:noFill/>
                  </a:tcPr>
                </a:tc>
                <a:tc>
                  <a:txBody>
                    <a:bodyPr/>
                    <a:lstStyle/>
                    <a:p>
                      <a:r>
                        <a:rPr lang="de-DE" sz="800" dirty="0"/>
                        <a:t>Validierungsingenieur</a:t>
                      </a:r>
                    </a:p>
                  </a:txBody>
                  <a:tcPr marL="9420" marR="9420" marT="4710" marB="4710" anchor="ctr">
                    <a:lnL>
                      <a:noFill/>
                    </a:lnL>
                    <a:lnR>
                      <a:noFill/>
                    </a:lnR>
                    <a:lnT>
                      <a:noFill/>
                    </a:lnT>
                    <a:lnB>
                      <a:noFill/>
                    </a:lnB>
                    <a:noFill/>
                  </a:tcPr>
                </a:tc>
                <a:tc>
                  <a:txBody>
                    <a:bodyPr/>
                    <a:lstStyle/>
                    <a:p>
                      <a:r>
                        <a:rPr lang="de-DE" sz="800"/>
                        <a:t>Ergänzt die erforderlichen Messkanäle für Raddrehzahlen und die notwendigen Schnittstellen zur Anbindung des ABS-Steuergeräts.</a:t>
                      </a:r>
                    </a:p>
                  </a:txBody>
                  <a:tcPr marL="9420" marR="9420" marT="4710" marB="4710" anchor="ctr">
                    <a:lnL>
                      <a:noFill/>
                    </a:lnL>
                    <a:lnR>
                      <a:noFill/>
                    </a:lnR>
                    <a:lnT>
                      <a:noFill/>
                    </a:lnT>
                    <a:lnB>
                      <a:noFill/>
                    </a:lnB>
                    <a:noFill/>
                  </a:tcPr>
                </a:tc>
                <a:tc>
                  <a:txBody>
                    <a:bodyPr/>
                    <a:lstStyle/>
                    <a:p>
                      <a:r>
                        <a:rPr lang="de-DE" sz="800" dirty="0"/>
                        <a:t>Validierungsumgebung-Modell: Architektur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2889939304"/>
                  </a:ext>
                </a:extLst>
              </a:tr>
              <a:tr h="320266">
                <a:tc>
                  <a:txBody>
                    <a:bodyPr/>
                    <a:lstStyle/>
                    <a:p>
                      <a:r>
                        <a:rPr lang="de-DE" sz="800"/>
                        <a:t>19</a:t>
                      </a:r>
                    </a:p>
                  </a:txBody>
                  <a:tcPr marL="9420" marR="9420" marT="4710" marB="4710" anchor="ctr">
                    <a:lnL>
                      <a:noFill/>
                    </a:lnL>
                    <a:lnR>
                      <a:noFill/>
                    </a:lnR>
                    <a:lnT>
                      <a:noFill/>
                    </a:lnT>
                    <a:lnB>
                      <a:noFill/>
                    </a:lnB>
                    <a:noFill/>
                  </a:tcPr>
                </a:tc>
                <a:tc>
                  <a:txBody>
                    <a:bodyPr/>
                    <a:lstStyle/>
                    <a:p>
                      <a:r>
                        <a:rPr lang="de-DE" sz="800"/>
                        <a:t>Validierungsingenieur</a:t>
                      </a:r>
                    </a:p>
                  </a:txBody>
                  <a:tcPr marL="9420" marR="9420" marT="4710" marB="4710" anchor="ctr">
                    <a:lnL>
                      <a:noFill/>
                    </a:lnL>
                    <a:lnR>
                      <a:noFill/>
                    </a:lnR>
                    <a:lnT>
                      <a:noFill/>
                    </a:lnT>
                    <a:lnB>
                      <a:noFill/>
                    </a:lnB>
                    <a:noFill/>
                  </a:tcPr>
                </a:tc>
                <a:tc>
                  <a:txBody>
                    <a:bodyPr/>
                    <a:lstStyle/>
                    <a:p>
                      <a:r>
                        <a:rPr lang="de-DE" sz="800"/>
                        <a:t>Identifiziert den Anpassungsbedarf der Restfahrzeugsimulation, damit die für die ABS-Validierung erforderlichen Fahr- und Bremszustände abgebildet werden können. Die konkrete Anpassung der Simulation ist nicht Bestandteil des Szenarios.</a:t>
                      </a:r>
                    </a:p>
                  </a:txBody>
                  <a:tcPr marL="9420" marR="9420" marT="4710" marB="4710" anchor="ctr">
                    <a:lnL>
                      <a:noFill/>
                    </a:lnL>
                    <a:lnR>
                      <a:noFill/>
                    </a:lnR>
                    <a:lnT>
                      <a:noFill/>
                    </a:lnT>
                    <a:lnB>
                      <a:noFill/>
                    </a:lnB>
                    <a:noFill/>
                  </a:tcPr>
                </a:tc>
                <a:tc>
                  <a:txBody>
                    <a:bodyPr/>
                    <a:lstStyle/>
                    <a:p>
                      <a:r>
                        <a:rPr lang="de-DE" sz="800" dirty="0"/>
                        <a:t>Validierungsumgebung-Modell: Anforderungen, Funktionen, Architektur </a:t>
                      </a:r>
                      <a:r>
                        <a:rPr lang="de-DE" sz="800" dirty="0" err="1"/>
                        <a:t>Vn</a:t>
                      </a:r>
                      <a:r>
                        <a:rPr lang="de-DE" sz="800" dirty="0"/>
                        <a:t>; Restfahrzeugsimulation</a:t>
                      </a:r>
                    </a:p>
                  </a:txBody>
                  <a:tcPr marL="9420" marR="9420" marT="4710" marB="4710" anchor="ctr">
                    <a:lnL>
                      <a:noFill/>
                    </a:lnL>
                    <a:lnR>
                      <a:noFill/>
                    </a:lnR>
                    <a:lnT>
                      <a:noFill/>
                    </a:lnT>
                    <a:lnB>
                      <a:noFill/>
                    </a:lnB>
                    <a:noFill/>
                  </a:tcPr>
                </a:tc>
                <a:extLst>
                  <a:ext uri="{0D108BD9-81ED-4DB2-BD59-A6C34878D82A}">
                    <a16:rowId xmlns:a16="http://schemas.microsoft.com/office/drawing/2014/main" val="1072653565"/>
                  </a:ext>
                </a:extLst>
              </a:tr>
              <a:tr h="178972">
                <a:tc>
                  <a:txBody>
                    <a:bodyPr/>
                    <a:lstStyle/>
                    <a:p>
                      <a:r>
                        <a:rPr lang="de-DE" sz="800" dirty="0"/>
                        <a:t>20</a:t>
                      </a:r>
                    </a:p>
                  </a:txBody>
                  <a:tcPr marL="9420" marR="9420" marT="4710" marB="4710" anchor="ctr">
                    <a:lnL>
                      <a:noFill/>
                    </a:lnL>
                    <a:lnR>
                      <a:noFill/>
                    </a:lnR>
                    <a:lnT>
                      <a:noFill/>
                    </a:lnT>
                    <a:lnB>
                      <a:noFill/>
                    </a:lnB>
                    <a:noFill/>
                  </a:tcPr>
                </a:tc>
                <a:tc>
                  <a:txBody>
                    <a:bodyPr/>
                    <a:lstStyle/>
                    <a:p>
                      <a:r>
                        <a:rPr lang="de-DE" sz="800"/>
                        <a:t>Validierungsingenieur</a:t>
                      </a:r>
                    </a:p>
                  </a:txBody>
                  <a:tcPr marL="9420" marR="9420" marT="4710" marB="4710" anchor="ctr">
                    <a:lnL>
                      <a:noFill/>
                    </a:lnL>
                    <a:lnR>
                      <a:noFill/>
                    </a:lnR>
                    <a:lnT>
                      <a:noFill/>
                    </a:lnT>
                    <a:lnB>
                      <a:noFill/>
                    </a:lnB>
                    <a:noFill/>
                  </a:tcPr>
                </a:tc>
                <a:tc>
                  <a:txBody>
                    <a:bodyPr/>
                    <a:lstStyle/>
                    <a:p>
                      <a:r>
                        <a:rPr lang="de-DE" sz="800" dirty="0"/>
                        <a:t>Stellt die internen Beziehungen zwischen den Validierungsumgebung-Anforderungen, Validierungsumgebung-Funktionen und Validierungsumgebung-Architekturelementen her bzw. aktualisiert diese.</a:t>
                      </a:r>
                    </a:p>
                  </a:txBody>
                  <a:tcPr marL="9420" marR="9420" marT="4710" marB="4710" anchor="ctr">
                    <a:lnL>
                      <a:noFill/>
                    </a:lnL>
                    <a:lnR>
                      <a:noFill/>
                    </a:lnR>
                    <a:lnT>
                      <a:noFill/>
                    </a:lnT>
                    <a:lnB>
                      <a:noFill/>
                    </a:lnB>
                    <a:noFill/>
                  </a:tcPr>
                </a:tc>
                <a:tc>
                  <a:txBody>
                    <a:bodyPr/>
                    <a:lstStyle/>
                    <a:p>
                      <a:r>
                        <a:rPr lang="de-DE" sz="800" dirty="0"/>
                        <a:t>Validierungsumgebung-Modell: Anforderungen, Funktionen, Architektur </a:t>
                      </a:r>
                      <a:r>
                        <a:rPr lang="de-DE" sz="800" dirty="0" err="1"/>
                        <a:t>Vn</a:t>
                      </a:r>
                      <a:endParaRPr lang="de-DE" sz="800" dirty="0"/>
                    </a:p>
                  </a:txBody>
                  <a:tcPr marL="9420" marR="9420" marT="4710" marB="4710" anchor="ctr">
                    <a:lnL>
                      <a:noFill/>
                    </a:lnL>
                    <a:lnR>
                      <a:noFill/>
                    </a:lnR>
                    <a:lnT>
                      <a:noFill/>
                    </a:lnT>
                    <a:lnB>
                      <a:noFill/>
                    </a:lnB>
                    <a:noFill/>
                  </a:tcPr>
                </a:tc>
                <a:extLst>
                  <a:ext uri="{0D108BD9-81ED-4DB2-BD59-A6C34878D82A}">
                    <a16:rowId xmlns:a16="http://schemas.microsoft.com/office/drawing/2014/main" val="2637112658"/>
                  </a:ext>
                </a:extLst>
              </a:tr>
              <a:tr h="122455">
                <a:tc>
                  <a:txBody>
                    <a:bodyPr/>
                    <a:lstStyle/>
                    <a:p>
                      <a:r>
                        <a:rPr lang="de-DE" sz="800" dirty="0"/>
                        <a:t>21</a:t>
                      </a:r>
                    </a:p>
                  </a:txBody>
                  <a:tcPr marL="9420" marR="9420" marT="4710" marB="4710" anchor="ctr">
                    <a:lnL>
                      <a:noFill/>
                    </a:lnL>
                    <a:lnR>
                      <a:noFill/>
                    </a:lnR>
                    <a:lnT>
                      <a:noFill/>
                    </a:lnT>
                    <a:lnB>
                      <a:noFill/>
                    </a:lnB>
                    <a:noFill/>
                  </a:tcPr>
                </a:tc>
                <a:tc>
                  <a:txBody>
                    <a:bodyPr/>
                    <a:lstStyle/>
                    <a:p>
                      <a:r>
                        <a:rPr lang="de-DE" sz="800"/>
                        <a:t>Prüfstandstechniker</a:t>
                      </a:r>
                    </a:p>
                  </a:txBody>
                  <a:tcPr marL="9420" marR="9420" marT="4710" marB="4710" anchor="ctr">
                    <a:lnL>
                      <a:noFill/>
                    </a:lnL>
                    <a:lnR>
                      <a:noFill/>
                    </a:lnR>
                    <a:lnT>
                      <a:noFill/>
                    </a:lnT>
                    <a:lnB>
                      <a:noFill/>
                    </a:lnB>
                    <a:noFill/>
                  </a:tcPr>
                </a:tc>
                <a:tc>
                  <a:txBody>
                    <a:bodyPr/>
                    <a:lstStyle/>
                    <a:p>
                      <a:r>
                        <a:rPr lang="de-DE" sz="800"/>
                        <a:t>Setzt die aktualisierte Validierungsumgebungsarchitektur entsprechend um.</a:t>
                      </a:r>
                    </a:p>
                  </a:txBody>
                  <a:tcPr marL="9420" marR="9420" marT="4710" marB="4710" anchor="ctr">
                    <a:lnL>
                      <a:noFill/>
                    </a:lnL>
                    <a:lnR>
                      <a:noFill/>
                    </a:lnR>
                    <a:lnT>
                      <a:noFill/>
                    </a:lnT>
                    <a:lnB>
                      <a:noFill/>
                    </a:lnB>
                    <a:noFill/>
                  </a:tcPr>
                </a:tc>
                <a:tc>
                  <a:txBody>
                    <a:bodyPr/>
                    <a:lstStyle/>
                    <a:p>
                      <a:r>
                        <a:rPr lang="de-DE" sz="800" dirty="0"/>
                        <a:t>Validierungsumgebung-Modell </a:t>
                      </a:r>
                      <a:r>
                        <a:rPr lang="de-DE" sz="800" dirty="0" err="1"/>
                        <a:t>Vn</a:t>
                      </a:r>
                      <a:r>
                        <a:rPr lang="de-DE" sz="800" dirty="0"/>
                        <a:t>; resultierender Prüfstandsaufbau</a:t>
                      </a:r>
                    </a:p>
                  </a:txBody>
                  <a:tcPr marL="9420" marR="9420" marT="4710" marB="4710" anchor="ctr">
                    <a:lnL>
                      <a:noFill/>
                    </a:lnL>
                    <a:lnR>
                      <a:noFill/>
                    </a:lnR>
                    <a:lnT>
                      <a:noFill/>
                    </a:lnT>
                    <a:lnB>
                      <a:noFill/>
                    </a:lnB>
                    <a:noFill/>
                  </a:tcPr>
                </a:tc>
                <a:extLst>
                  <a:ext uri="{0D108BD9-81ED-4DB2-BD59-A6C34878D82A}">
                    <a16:rowId xmlns:a16="http://schemas.microsoft.com/office/drawing/2014/main" val="1594840660"/>
                  </a:ext>
                </a:extLst>
              </a:tr>
            </a:tbl>
          </a:graphicData>
        </a:graphic>
      </p:graphicFrame>
    </p:spTree>
    <p:extLst>
      <p:ext uri="{BB962C8B-B14F-4D97-AF65-F5344CB8AC3E}">
        <p14:creationId xmlns:p14="http://schemas.microsoft.com/office/powerpoint/2010/main" val="423264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1667869E-588A-3EB3-DF09-6FF9B0B0F970}"/>
              </a:ext>
            </a:extLst>
          </p:cNvPr>
          <p:cNvSpPr>
            <a:spLocks noGrp="1"/>
          </p:cNvSpPr>
          <p:nvPr>
            <p:ph idx="1"/>
          </p:nvPr>
        </p:nvSpPr>
        <p:spPr>
          <a:xfrm>
            <a:off x="533399" y="1583511"/>
            <a:ext cx="2477517" cy="3600693"/>
          </a:xfrm>
        </p:spPr>
        <p:txBody>
          <a:bodyPr/>
          <a:lstStyle/>
          <a:p>
            <a:r>
              <a:rPr lang="de-DE" sz="900" b="1" dirty="0"/>
              <a:t>Änderungen im Produktmodell</a:t>
            </a:r>
          </a:p>
          <a:p>
            <a:r>
              <a:rPr lang="de-DE" sz="900" b="1" dirty="0"/>
              <a:t>Anforderungen</a:t>
            </a:r>
          </a:p>
          <a:p>
            <a:pPr marL="285750" indent="-285750">
              <a:buFont typeface="Arial" panose="020B0604020202020204" pitchFamily="34" charset="0"/>
              <a:buChar char="•"/>
            </a:pPr>
            <a:r>
              <a:rPr lang="de-DE" sz="900" dirty="0"/>
              <a:t>Neue Anforderungen im Zusammenhang mit der ABS-Funktion </a:t>
            </a:r>
          </a:p>
          <a:p>
            <a:r>
              <a:rPr lang="de-DE" sz="900" b="1" dirty="0"/>
              <a:t>Funktionen</a:t>
            </a:r>
          </a:p>
          <a:p>
            <a:pPr marL="285750" indent="-285750">
              <a:buFont typeface="Arial" panose="020B0604020202020204" pitchFamily="34" charset="0"/>
              <a:buChar char="•"/>
            </a:pPr>
            <a:r>
              <a:rPr lang="de-DE" sz="900" dirty="0"/>
              <a:t>Neue Funktion: </a:t>
            </a:r>
            <a:r>
              <a:rPr lang="de-DE" sz="900" b="1" dirty="0"/>
              <a:t>ABS-Regelung</a:t>
            </a:r>
            <a:r>
              <a:rPr lang="de-DE" sz="900" dirty="0"/>
              <a:t> </a:t>
            </a:r>
          </a:p>
          <a:p>
            <a:r>
              <a:rPr lang="de-DE" sz="900" b="1" dirty="0"/>
              <a:t>Architektur</a:t>
            </a:r>
          </a:p>
          <a:p>
            <a:pPr marL="285750" indent="-285750">
              <a:buFont typeface="Arial" panose="020B0604020202020204" pitchFamily="34" charset="0"/>
              <a:buChar char="•"/>
            </a:pPr>
            <a:r>
              <a:rPr lang="de-DE" sz="900" dirty="0"/>
              <a:t>ABS-Steuergerät </a:t>
            </a:r>
          </a:p>
          <a:p>
            <a:pPr marL="285750" indent="-285750">
              <a:buFont typeface="Arial" panose="020B0604020202020204" pitchFamily="34" charset="0"/>
              <a:buChar char="•"/>
            </a:pPr>
            <a:r>
              <a:rPr lang="de-DE" sz="900" dirty="0"/>
              <a:t>Ventile </a:t>
            </a:r>
          </a:p>
          <a:p>
            <a:pPr marL="285750" indent="-285750">
              <a:buFont typeface="Arial" panose="020B0604020202020204" pitchFamily="34" charset="0"/>
              <a:buChar char="•"/>
            </a:pPr>
            <a:r>
              <a:rPr lang="de-DE" sz="900" dirty="0"/>
              <a:t>Pumpe </a:t>
            </a:r>
          </a:p>
          <a:p>
            <a:pPr marL="285750" indent="-285750">
              <a:buFont typeface="Arial" panose="020B0604020202020204" pitchFamily="34" charset="0"/>
              <a:buChar char="•"/>
            </a:pPr>
            <a:r>
              <a:rPr lang="de-DE" sz="900" dirty="0"/>
              <a:t>Erweiterter Hydraulikkreislauf </a:t>
            </a:r>
          </a:p>
          <a:p>
            <a:r>
              <a:rPr lang="de-DE" sz="900" b="1" dirty="0"/>
              <a:t>Erforderliche Sensoren / Messgrößen für die ABS-Funktion</a:t>
            </a:r>
          </a:p>
          <a:p>
            <a:pPr marL="285750" indent="-285750">
              <a:buFont typeface="Arial" panose="020B0604020202020204" pitchFamily="34" charset="0"/>
              <a:buChar char="•"/>
            </a:pPr>
            <a:r>
              <a:rPr lang="de-DE" sz="900" dirty="0"/>
              <a:t>Raddrehzahlen </a:t>
            </a:r>
          </a:p>
          <a:p>
            <a:pPr marL="285750" indent="-285750">
              <a:buFont typeface="Arial" panose="020B0604020202020204" pitchFamily="34" charset="0"/>
              <a:buChar char="•"/>
            </a:pPr>
            <a:r>
              <a:rPr lang="de-DE" sz="900" dirty="0"/>
              <a:t>Beschleunigung </a:t>
            </a:r>
          </a:p>
          <a:p>
            <a:pPr marL="285750" indent="-285750">
              <a:buFont typeface="Arial" panose="020B0604020202020204" pitchFamily="34" charset="0"/>
              <a:buChar char="•"/>
            </a:pPr>
            <a:r>
              <a:rPr lang="de-DE" sz="900" dirty="0"/>
              <a:t>Bremsdruck </a:t>
            </a:r>
          </a:p>
          <a:p>
            <a:pPr marL="285750" indent="-285750">
              <a:buFont typeface="Arial" panose="020B0604020202020204" pitchFamily="34" charset="0"/>
              <a:buChar char="•"/>
            </a:pPr>
            <a:r>
              <a:rPr lang="de-DE" sz="900" dirty="0" err="1"/>
              <a:t>Gierrate</a:t>
            </a:r>
            <a:r>
              <a:rPr lang="de-DE" sz="900" dirty="0"/>
              <a:t> </a:t>
            </a:r>
          </a:p>
          <a:p>
            <a:pPr marL="285750" indent="-285750">
              <a:buFont typeface="Arial" panose="020B0604020202020204" pitchFamily="34" charset="0"/>
              <a:buChar char="•"/>
            </a:pPr>
            <a:r>
              <a:rPr lang="de-DE" sz="900" dirty="0"/>
              <a:t>Lenkwinkel</a:t>
            </a:r>
          </a:p>
          <a:p>
            <a:endParaRPr kumimoji="0" lang="de-DE" altLang="de-DE" sz="800" b="0" i="0" u="none" strike="noStrike" cap="none" normalizeH="0" baseline="0" dirty="0">
              <a:ln>
                <a:noFill/>
              </a:ln>
              <a:solidFill>
                <a:schemeClr val="tx1"/>
              </a:solidFill>
              <a:effectLst/>
            </a:endParaRPr>
          </a:p>
        </p:txBody>
      </p:sp>
      <p:sp>
        <p:nvSpPr>
          <p:cNvPr id="3" name="Foliennummernplatzhalter 2">
            <a:extLst>
              <a:ext uri="{FF2B5EF4-FFF2-40B4-BE49-F238E27FC236}">
                <a16:creationId xmlns:a16="http://schemas.microsoft.com/office/drawing/2014/main" id="{C0451583-06A2-FBE1-8806-83DD8906BBB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155E439B-7E88-B23C-5D16-D0ED22E60F42}"/>
              </a:ext>
            </a:extLst>
          </p:cNvPr>
          <p:cNvSpPr>
            <a:spLocks noGrp="1"/>
          </p:cNvSpPr>
          <p:nvPr>
            <p:ph type="body" sz="quarter" idx="13"/>
          </p:nvPr>
        </p:nvSpPr>
        <p:spPr/>
        <p:txBody>
          <a:bodyPr/>
          <a:lstStyle/>
          <a:p>
            <a:r>
              <a:rPr lang="de-DE" dirty="0"/>
              <a:t>1) Wechsel von Gn-1 zu Gn – Einführung von ABS – Produktmodell </a:t>
            </a:r>
          </a:p>
        </p:txBody>
      </p:sp>
      <p:sp>
        <p:nvSpPr>
          <p:cNvPr id="5" name="Titel 4">
            <a:extLst>
              <a:ext uri="{FF2B5EF4-FFF2-40B4-BE49-F238E27FC236}">
                <a16:creationId xmlns:a16="http://schemas.microsoft.com/office/drawing/2014/main" id="{34D1520A-AD5C-451D-27DE-827B7400B434}"/>
              </a:ext>
            </a:extLst>
          </p:cNvPr>
          <p:cNvSpPr>
            <a:spLocks noGrp="1"/>
          </p:cNvSpPr>
          <p:nvPr>
            <p:ph type="title"/>
          </p:nvPr>
        </p:nvSpPr>
        <p:spPr/>
        <p:txBody>
          <a:bodyPr/>
          <a:lstStyle/>
          <a:p>
            <a:r>
              <a:rPr lang="de-DE" dirty="0"/>
              <a:t>Case Study 2: Änderungen der Bremssystemgenerationen</a:t>
            </a:r>
          </a:p>
        </p:txBody>
      </p:sp>
      <p:grpSp>
        <p:nvGrpSpPr>
          <p:cNvPr id="10" name="Gruppieren 9">
            <a:extLst>
              <a:ext uri="{FF2B5EF4-FFF2-40B4-BE49-F238E27FC236}">
                <a16:creationId xmlns:a16="http://schemas.microsoft.com/office/drawing/2014/main" id="{16E2F985-0FF8-FF66-7DE0-CF12BE184518}"/>
              </a:ext>
            </a:extLst>
          </p:cNvPr>
          <p:cNvGrpSpPr/>
          <p:nvPr/>
        </p:nvGrpSpPr>
        <p:grpSpPr>
          <a:xfrm>
            <a:off x="3056606" y="1396601"/>
            <a:ext cx="4193326" cy="2105324"/>
            <a:chOff x="3056606" y="1396601"/>
            <a:chExt cx="4193326" cy="2105324"/>
          </a:xfrm>
        </p:grpSpPr>
        <p:sp>
          <p:nvSpPr>
            <p:cNvPr id="11" name="Textfeld 10">
              <a:extLst>
                <a:ext uri="{FF2B5EF4-FFF2-40B4-BE49-F238E27FC236}">
                  <a16:creationId xmlns:a16="http://schemas.microsoft.com/office/drawing/2014/main" id="{FC86495E-206A-541A-579B-1DFE0E2F08C9}"/>
                </a:ext>
              </a:extLst>
            </p:cNvPr>
            <p:cNvSpPr txBox="1"/>
            <p:nvPr/>
          </p:nvSpPr>
          <p:spPr bwMode="gray">
            <a:xfrm>
              <a:off x="3056606" y="1396601"/>
              <a:ext cx="4193326" cy="2105324"/>
            </a:xfrm>
            <a:prstGeom prst="rect">
              <a:avLst/>
            </a:prstGeom>
            <a:noFill/>
            <a:ln w="1270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400" b="0" i="0" u="none" strike="noStrike" kern="1200" cap="none" spc="0" normalizeH="0" baseline="0" noProof="0" dirty="0">
                  <a:ln>
                    <a:noFill/>
                  </a:ln>
                  <a:solidFill>
                    <a:srgbClr val="002D4C"/>
                  </a:solidFill>
                  <a:effectLst/>
                  <a:uLnTx/>
                  <a:uFillTx/>
                  <a:latin typeface="Arial"/>
                  <a:ea typeface="+mn-ea"/>
                  <a:cs typeface="+mn-cs"/>
                </a:rPr>
                <a:t>Anforderungen Gn-1:</a:t>
              </a:r>
            </a:p>
          </p:txBody>
        </p:sp>
        <p:pic>
          <p:nvPicPr>
            <p:cNvPr id="12" name="Grafik 11">
              <a:extLst>
                <a:ext uri="{FF2B5EF4-FFF2-40B4-BE49-F238E27FC236}">
                  <a16:creationId xmlns:a16="http://schemas.microsoft.com/office/drawing/2014/main" id="{AA5AF5C2-082C-4E08-B658-7A14B163408F}"/>
                </a:ext>
              </a:extLst>
            </p:cNvPr>
            <p:cNvPicPr>
              <a:picLocks noChangeAspect="1"/>
            </p:cNvPicPr>
            <p:nvPr/>
          </p:nvPicPr>
          <p:blipFill>
            <a:blip r:embed="rId2"/>
            <a:stretch>
              <a:fillRect/>
            </a:stretch>
          </p:blipFill>
          <p:spPr>
            <a:xfrm>
              <a:off x="3110910" y="1682856"/>
              <a:ext cx="4084720" cy="1721377"/>
            </a:xfrm>
            <a:prstGeom prst="rect">
              <a:avLst/>
            </a:prstGeom>
          </p:spPr>
        </p:pic>
      </p:grpSp>
      <p:grpSp>
        <p:nvGrpSpPr>
          <p:cNvPr id="13" name="Gruppieren 12">
            <a:extLst>
              <a:ext uri="{FF2B5EF4-FFF2-40B4-BE49-F238E27FC236}">
                <a16:creationId xmlns:a16="http://schemas.microsoft.com/office/drawing/2014/main" id="{6CD07DB1-45BA-9A15-9B94-AB65C4B669F4}"/>
              </a:ext>
            </a:extLst>
          </p:cNvPr>
          <p:cNvGrpSpPr/>
          <p:nvPr/>
        </p:nvGrpSpPr>
        <p:grpSpPr>
          <a:xfrm>
            <a:off x="3107691" y="3548756"/>
            <a:ext cx="4141240" cy="1704255"/>
            <a:chOff x="3107691" y="3548756"/>
            <a:chExt cx="4141240" cy="1704255"/>
          </a:xfrm>
        </p:grpSpPr>
        <p:sp>
          <p:nvSpPr>
            <p:cNvPr id="14" name="Textfeld 13">
              <a:extLst>
                <a:ext uri="{FF2B5EF4-FFF2-40B4-BE49-F238E27FC236}">
                  <a16:creationId xmlns:a16="http://schemas.microsoft.com/office/drawing/2014/main" id="{B85F511B-61BC-63DC-9028-6AA42C993865}"/>
                </a:ext>
              </a:extLst>
            </p:cNvPr>
            <p:cNvSpPr txBox="1"/>
            <p:nvPr/>
          </p:nvSpPr>
          <p:spPr bwMode="gray">
            <a:xfrm>
              <a:off x="3107691" y="3548756"/>
              <a:ext cx="4141240" cy="1704255"/>
            </a:xfrm>
            <a:prstGeom prst="rect">
              <a:avLst/>
            </a:prstGeom>
            <a:noFill/>
            <a:ln w="12700">
              <a:solidFill>
                <a:schemeClr val="accent1"/>
              </a:solidFill>
            </a:ln>
          </p:spPr>
          <p:txBody>
            <a:bodyPr wrap="square" lIns="0" tIns="0" rIns="0" bIns="0" rtlCol="0">
              <a:noAutofit/>
            </a:bodyPr>
            <a:lstStyle/>
            <a:p>
              <a:pPr marL="0" marR="0" lvl="0" indent="0" algn="ctr"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400" b="0" i="0" u="none" strike="noStrike" kern="1200" cap="none" spc="0" normalizeH="0" baseline="0" noProof="0" dirty="0">
                  <a:ln>
                    <a:noFill/>
                  </a:ln>
                  <a:solidFill>
                    <a:srgbClr val="002D4C"/>
                  </a:solidFill>
                  <a:effectLst/>
                  <a:uLnTx/>
                  <a:uFillTx/>
                  <a:latin typeface="Arial"/>
                  <a:ea typeface="+mn-ea"/>
                  <a:cs typeface="+mn-cs"/>
                </a:rPr>
                <a:t>                  Funktionen Gn-1:</a:t>
              </a:r>
            </a:p>
          </p:txBody>
        </p:sp>
        <p:pic>
          <p:nvPicPr>
            <p:cNvPr id="15" name="Grafik 14">
              <a:extLst>
                <a:ext uri="{FF2B5EF4-FFF2-40B4-BE49-F238E27FC236}">
                  <a16:creationId xmlns:a16="http://schemas.microsoft.com/office/drawing/2014/main" id="{DD1ED1E1-DDD9-FF7F-C454-287685F10340}"/>
                </a:ext>
              </a:extLst>
            </p:cNvPr>
            <p:cNvPicPr>
              <a:picLocks noChangeAspect="1"/>
            </p:cNvPicPr>
            <p:nvPr/>
          </p:nvPicPr>
          <p:blipFill>
            <a:blip r:embed="rId3"/>
            <a:stretch>
              <a:fillRect/>
            </a:stretch>
          </p:blipFill>
          <p:spPr>
            <a:xfrm>
              <a:off x="3157842" y="3548757"/>
              <a:ext cx="1766841" cy="1700914"/>
            </a:xfrm>
            <a:prstGeom prst="rect">
              <a:avLst/>
            </a:prstGeom>
          </p:spPr>
        </p:pic>
      </p:grpSp>
      <p:grpSp>
        <p:nvGrpSpPr>
          <p:cNvPr id="16" name="Gruppieren 15">
            <a:extLst>
              <a:ext uri="{FF2B5EF4-FFF2-40B4-BE49-F238E27FC236}">
                <a16:creationId xmlns:a16="http://schemas.microsoft.com/office/drawing/2014/main" id="{E3FF1352-8488-0298-E56B-4297702C50ED}"/>
              </a:ext>
            </a:extLst>
          </p:cNvPr>
          <p:cNvGrpSpPr/>
          <p:nvPr/>
        </p:nvGrpSpPr>
        <p:grpSpPr>
          <a:xfrm>
            <a:off x="147360" y="5249671"/>
            <a:ext cx="7101571" cy="1506050"/>
            <a:chOff x="147360" y="5249671"/>
            <a:chExt cx="7101571" cy="1506050"/>
          </a:xfrm>
        </p:grpSpPr>
        <p:sp>
          <p:nvSpPr>
            <p:cNvPr id="17" name="Textfeld 16">
              <a:extLst>
                <a:ext uri="{FF2B5EF4-FFF2-40B4-BE49-F238E27FC236}">
                  <a16:creationId xmlns:a16="http://schemas.microsoft.com/office/drawing/2014/main" id="{2EFD50DD-00D6-5FBF-EA7F-C591906DEDE5}"/>
                </a:ext>
              </a:extLst>
            </p:cNvPr>
            <p:cNvSpPr txBox="1"/>
            <p:nvPr/>
          </p:nvSpPr>
          <p:spPr bwMode="gray">
            <a:xfrm>
              <a:off x="147360" y="5249671"/>
              <a:ext cx="7101571" cy="1506050"/>
            </a:xfrm>
            <a:prstGeom prst="rect">
              <a:avLst/>
            </a:prstGeom>
            <a:noFill/>
            <a:ln w="1270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400" b="0" i="0" u="none" strike="noStrike" kern="1200" cap="none" spc="0" normalizeH="0" baseline="0" noProof="0" dirty="0">
                  <a:ln>
                    <a:noFill/>
                  </a:ln>
                  <a:solidFill>
                    <a:srgbClr val="002D4C"/>
                  </a:solidFill>
                  <a:effectLst/>
                  <a:uLnTx/>
                  <a:uFillTx/>
                  <a:latin typeface="Arial"/>
                  <a:ea typeface="+mn-ea"/>
                  <a:cs typeface="+mn-cs"/>
                </a:rPr>
                <a:t>Architektur Gn-1:</a:t>
              </a:r>
            </a:p>
          </p:txBody>
        </p:sp>
        <p:pic>
          <p:nvPicPr>
            <p:cNvPr id="18" name="Grafik 17">
              <a:extLst>
                <a:ext uri="{FF2B5EF4-FFF2-40B4-BE49-F238E27FC236}">
                  <a16:creationId xmlns:a16="http://schemas.microsoft.com/office/drawing/2014/main" id="{D9C1BD68-F05F-8A17-B1E6-98F6DE5279E1}"/>
                </a:ext>
              </a:extLst>
            </p:cNvPr>
            <p:cNvPicPr>
              <a:picLocks noChangeAspect="1"/>
            </p:cNvPicPr>
            <p:nvPr/>
          </p:nvPicPr>
          <p:blipFill>
            <a:blip r:embed="rId4"/>
            <a:stretch>
              <a:fillRect/>
            </a:stretch>
          </p:blipFill>
          <p:spPr>
            <a:xfrm>
              <a:off x="176813" y="5816434"/>
              <a:ext cx="3878485" cy="939286"/>
            </a:xfrm>
            <a:prstGeom prst="rect">
              <a:avLst/>
            </a:prstGeom>
          </p:spPr>
        </p:pic>
        <p:pic>
          <p:nvPicPr>
            <p:cNvPr id="19" name="Grafik 18">
              <a:extLst>
                <a:ext uri="{FF2B5EF4-FFF2-40B4-BE49-F238E27FC236}">
                  <a16:creationId xmlns:a16="http://schemas.microsoft.com/office/drawing/2014/main" id="{8DED2566-BB95-C751-98F2-469124BBF711}"/>
                </a:ext>
              </a:extLst>
            </p:cNvPr>
            <p:cNvPicPr>
              <a:picLocks noChangeAspect="1"/>
            </p:cNvPicPr>
            <p:nvPr/>
          </p:nvPicPr>
          <p:blipFill>
            <a:blip r:embed="rId5"/>
            <a:stretch>
              <a:fillRect/>
            </a:stretch>
          </p:blipFill>
          <p:spPr>
            <a:xfrm>
              <a:off x="4156534" y="5249671"/>
              <a:ext cx="3031369" cy="1440020"/>
            </a:xfrm>
            <a:prstGeom prst="rect">
              <a:avLst/>
            </a:prstGeom>
          </p:spPr>
        </p:pic>
      </p:grpSp>
      <p:grpSp>
        <p:nvGrpSpPr>
          <p:cNvPr id="20" name="Gruppieren 19">
            <a:extLst>
              <a:ext uri="{FF2B5EF4-FFF2-40B4-BE49-F238E27FC236}">
                <a16:creationId xmlns:a16="http://schemas.microsoft.com/office/drawing/2014/main" id="{06A5289A-5201-2374-A62C-6ED395BEF79B}"/>
              </a:ext>
            </a:extLst>
          </p:cNvPr>
          <p:cNvGrpSpPr/>
          <p:nvPr/>
        </p:nvGrpSpPr>
        <p:grpSpPr>
          <a:xfrm>
            <a:off x="7738046" y="1226793"/>
            <a:ext cx="3675098" cy="1986498"/>
            <a:chOff x="7851314" y="1322444"/>
            <a:chExt cx="3675098" cy="1986498"/>
          </a:xfrm>
        </p:grpSpPr>
        <p:sp>
          <p:nvSpPr>
            <p:cNvPr id="21" name="Textfeld 20">
              <a:extLst>
                <a:ext uri="{FF2B5EF4-FFF2-40B4-BE49-F238E27FC236}">
                  <a16:creationId xmlns:a16="http://schemas.microsoft.com/office/drawing/2014/main" id="{C1CDBB79-3ED5-B013-549C-76606BD30CDF}"/>
                </a:ext>
              </a:extLst>
            </p:cNvPr>
            <p:cNvSpPr txBox="1"/>
            <p:nvPr/>
          </p:nvSpPr>
          <p:spPr bwMode="gray">
            <a:xfrm>
              <a:off x="7851314" y="1322444"/>
              <a:ext cx="3675098" cy="1986498"/>
            </a:xfrm>
            <a:prstGeom prst="rect">
              <a:avLst/>
            </a:prstGeom>
            <a:noFill/>
            <a:ln w="1270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400" b="0" i="0" u="none" strike="noStrike" kern="1200" cap="none" spc="0" normalizeH="0" baseline="0" noProof="0" dirty="0">
                  <a:ln>
                    <a:noFill/>
                  </a:ln>
                  <a:solidFill>
                    <a:srgbClr val="002D4C"/>
                  </a:solidFill>
                  <a:effectLst/>
                  <a:uLnTx/>
                  <a:uFillTx/>
                  <a:latin typeface="Arial"/>
                  <a:ea typeface="+mn-ea"/>
                  <a:cs typeface="+mn-cs"/>
                </a:rPr>
                <a:t>Anforderungen Gn:</a:t>
              </a:r>
            </a:p>
          </p:txBody>
        </p:sp>
        <p:grpSp>
          <p:nvGrpSpPr>
            <p:cNvPr id="22" name="Gruppieren 21">
              <a:extLst>
                <a:ext uri="{FF2B5EF4-FFF2-40B4-BE49-F238E27FC236}">
                  <a16:creationId xmlns:a16="http://schemas.microsoft.com/office/drawing/2014/main" id="{0E131EAC-EE78-227F-A33D-F5059C53D749}"/>
                </a:ext>
              </a:extLst>
            </p:cNvPr>
            <p:cNvGrpSpPr/>
            <p:nvPr/>
          </p:nvGrpSpPr>
          <p:grpSpPr>
            <a:xfrm>
              <a:off x="7875636" y="1570260"/>
              <a:ext cx="3605088" cy="1721377"/>
              <a:chOff x="7874012" y="1504590"/>
              <a:chExt cx="3605088" cy="1721377"/>
            </a:xfrm>
          </p:grpSpPr>
          <p:pic>
            <p:nvPicPr>
              <p:cNvPr id="23" name="Grafik 22">
                <a:extLst>
                  <a:ext uri="{FF2B5EF4-FFF2-40B4-BE49-F238E27FC236}">
                    <a16:creationId xmlns:a16="http://schemas.microsoft.com/office/drawing/2014/main" id="{4E554DD6-9E72-E962-EDB0-E8FF008A58ED}"/>
                  </a:ext>
                </a:extLst>
              </p:cNvPr>
              <p:cNvPicPr>
                <a:picLocks noChangeAspect="1"/>
              </p:cNvPicPr>
              <p:nvPr/>
            </p:nvPicPr>
            <p:blipFill>
              <a:blip r:embed="rId6"/>
              <a:stretch>
                <a:fillRect/>
              </a:stretch>
            </p:blipFill>
            <p:spPr>
              <a:xfrm>
                <a:off x="7874012" y="1504590"/>
                <a:ext cx="3528485" cy="1721377"/>
              </a:xfrm>
              <a:prstGeom prst="rect">
                <a:avLst/>
              </a:prstGeom>
            </p:spPr>
          </p:pic>
          <mc:AlternateContent xmlns:mc="http://schemas.openxmlformats.org/markup-compatibility/2006" xmlns:p14="http://schemas.microsoft.com/office/powerpoint/2010/main">
            <mc:Choice Requires="p14">
              <p:contentPart p14:bwMode="auto" r:id="rId7">
                <p14:nvContentPartPr>
                  <p14:cNvPr id="24" name="Freihand 23">
                    <a:extLst>
                      <a:ext uri="{FF2B5EF4-FFF2-40B4-BE49-F238E27FC236}">
                        <a16:creationId xmlns:a16="http://schemas.microsoft.com/office/drawing/2014/main" id="{4C9DD2FF-EE90-346E-A74E-4425933E95D1}"/>
                      </a:ext>
                    </a:extLst>
                  </p14:cNvPr>
                  <p14:cNvContentPartPr/>
                  <p14:nvPr/>
                </p14:nvContentPartPr>
                <p14:xfrm>
                  <a:off x="8190140" y="2477875"/>
                  <a:ext cx="3288960" cy="316440"/>
                </p14:xfrm>
              </p:contentPart>
            </mc:Choice>
            <mc:Fallback xmlns="">
              <p:pic>
                <p:nvPicPr>
                  <p:cNvPr id="29" name="Freihand 28">
                    <a:extLst>
                      <a:ext uri="{FF2B5EF4-FFF2-40B4-BE49-F238E27FC236}">
                        <a16:creationId xmlns:a16="http://schemas.microsoft.com/office/drawing/2014/main" id="{B8C1DC8B-B7F8-28B5-205D-18A71603B823}"/>
                      </a:ext>
                    </a:extLst>
                  </p:cNvPr>
                  <p:cNvPicPr/>
                  <p:nvPr/>
                </p:nvPicPr>
                <p:blipFill>
                  <a:blip r:embed="rId8"/>
                  <a:stretch>
                    <a:fillRect/>
                  </a:stretch>
                </p:blipFill>
                <p:spPr>
                  <a:xfrm>
                    <a:off x="8185820" y="2473555"/>
                    <a:ext cx="3297600" cy="325080"/>
                  </a:xfrm>
                  <a:prstGeom prst="rect">
                    <a:avLst/>
                  </a:prstGeom>
                </p:spPr>
              </p:pic>
            </mc:Fallback>
          </mc:AlternateContent>
        </p:grpSp>
      </p:grpSp>
      <p:grpSp>
        <p:nvGrpSpPr>
          <p:cNvPr id="25" name="Gruppieren 24">
            <a:extLst>
              <a:ext uri="{FF2B5EF4-FFF2-40B4-BE49-F238E27FC236}">
                <a16:creationId xmlns:a16="http://schemas.microsoft.com/office/drawing/2014/main" id="{B6C9A902-4A74-2553-C7CE-54DBBEDB7BD6}"/>
              </a:ext>
            </a:extLst>
          </p:cNvPr>
          <p:cNvGrpSpPr/>
          <p:nvPr/>
        </p:nvGrpSpPr>
        <p:grpSpPr>
          <a:xfrm>
            <a:off x="7659263" y="3254459"/>
            <a:ext cx="1945481" cy="1921799"/>
            <a:chOff x="7659263" y="3254459"/>
            <a:chExt cx="1945481" cy="1921799"/>
          </a:xfrm>
        </p:grpSpPr>
        <p:sp>
          <p:nvSpPr>
            <p:cNvPr id="26" name="Textfeld 25">
              <a:extLst>
                <a:ext uri="{FF2B5EF4-FFF2-40B4-BE49-F238E27FC236}">
                  <a16:creationId xmlns:a16="http://schemas.microsoft.com/office/drawing/2014/main" id="{E032EBD6-7149-17F6-4A0A-52C98A4C4324}"/>
                </a:ext>
              </a:extLst>
            </p:cNvPr>
            <p:cNvSpPr txBox="1"/>
            <p:nvPr/>
          </p:nvSpPr>
          <p:spPr bwMode="gray">
            <a:xfrm>
              <a:off x="7659263" y="3254459"/>
              <a:ext cx="1945481" cy="1921799"/>
            </a:xfrm>
            <a:prstGeom prst="rect">
              <a:avLst/>
            </a:prstGeom>
            <a:noFill/>
            <a:ln w="1270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400" b="0" i="0" u="none" strike="noStrike" kern="1200" cap="none" spc="0" normalizeH="0" baseline="0" noProof="0" dirty="0">
                  <a:ln>
                    <a:noFill/>
                  </a:ln>
                  <a:solidFill>
                    <a:srgbClr val="002D4C"/>
                  </a:solidFill>
                  <a:effectLst/>
                  <a:uLnTx/>
                  <a:uFillTx/>
                  <a:latin typeface="Arial"/>
                  <a:ea typeface="+mn-ea"/>
                  <a:cs typeface="+mn-cs"/>
                </a:rPr>
                <a:t>Funktionen Gn:</a:t>
              </a:r>
            </a:p>
          </p:txBody>
        </p:sp>
        <p:grpSp>
          <p:nvGrpSpPr>
            <p:cNvPr id="27" name="Gruppieren 26">
              <a:extLst>
                <a:ext uri="{FF2B5EF4-FFF2-40B4-BE49-F238E27FC236}">
                  <a16:creationId xmlns:a16="http://schemas.microsoft.com/office/drawing/2014/main" id="{FF991A22-F5D0-ABBA-AFF6-FB3FA3D813D9}"/>
                </a:ext>
              </a:extLst>
            </p:cNvPr>
            <p:cNvGrpSpPr/>
            <p:nvPr/>
          </p:nvGrpSpPr>
          <p:grpSpPr>
            <a:xfrm>
              <a:off x="7762368" y="3450122"/>
              <a:ext cx="1766841" cy="1697955"/>
              <a:chOff x="7874012" y="3327875"/>
              <a:chExt cx="1766841" cy="1697955"/>
            </a:xfrm>
          </p:grpSpPr>
          <p:pic>
            <p:nvPicPr>
              <p:cNvPr id="28" name="Grafik 27">
                <a:extLst>
                  <a:ext uri="{FF2B5EF4-FFF2-40B4-BE49-F238E27FC236}">
                    <a16:creationId xmlns:a16="http://schemas.microsoft.com/office/drawing/2014/main" id="{68A25067-6AB7-24E2-38A4-91DB2F249E25}"/>
                  </a:ext>
                </a:extLst>
              </p:cNvPr>
              <p:cNvPicPr>
                <a:picLocks noChangeAspect="1"/>
              </p:cNvPicPr>
              <p:nvPr/>
            </p:nvPicPr>
            <p:blipFill>
              <a:blip r:embed="rId9"/>
              <a:stretch>
                <a:fillRect/>
              </a:stretch>
            </p:blipFill>
            <p:spPr>
              <a:xfrm>
                <a:off x="7874012" y="3327875"/>
                <a:ext cx="1766841" cy="1697955"/>
              </a:xfrm>
              <a:prstGeom prst="rect">
                <a:avLst/>
              </a:prstGeom>
            </p:spPr>
          </p:pic>
          <mc:AlternateContent xmlns:mc="http://schemas.openxmlformats.org/markup-compatibility/2006" xmlns:p14="http://schemas.microsoft.com/office/powerpoint/2010/main">
            <mc:Choice Requires="p14">
              <p:contentPart p14:bwMode="auto" r:id="rId10">
                <p14:nvContentPartPr>
                  <p14:cNvPr id="29" name="Freihand 28">
                    <a:extLst>
                      <a:ext uri="{FF2B5EF4-FFF2-40B4-BE49-F238E27FC236}">
                        <a16:creationId xmlns:a16="http://schemas.microsoft.com/office/drawing/2014/main" id="{B51133AD-E170-5CCF-40F7-8DCBDEDD20BB}"/>
                      </a:ext>
                    </a:extLst>
                  </p14:cNvPr>
                  <p14:cNvContentPartPr/>
                  <p14:nvPr/>
                </p14:nvContentPartPr>
                <p14:xfrm>
                  <a:off x="8907620" y="3727075"/>
                  <a:ext cx="541800" cy="227160"/>
                </p14:xfrm>
              </p:contentPart>
            </mc:Choice>
            <mc:Fallback xmlns="">
              <p:pic>
                <p:nvPicPr>
                  <p:cNvPr id="30" name="Freihand 29">
                    <a:extLst>
                      <a:ext uri="{FF2B5EF4-FFF2-40B4-BE49-F238E27FC236}">
                        <a16:creationId xmlns:a16="http://schemas.microsoft.com/office/drawing/2014/main" id="{9BF904A6-3ABD-23FD-5A0C-7A7151CEA727}"/>
                      </a:ext>
                    </a:extLst>
                  </p:cNvPr>
                  <p:cNvPicPr/>
                  <p:nvPr/>
                </p:nvPicPr>
                <p:blipFill>
                  <a:blip r:embed="rId11"/>
                  <a:stretch>
                    <a:fillRect/>
                  </a:stretch>
                </p:blipFill>
                <p:spPr>
                  <a:xfrm>
                    <a:off x="8903300" y="3722755"/>
                    <a:ext cx="550440" cy="23580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12">
            <p14:nvContentPartPr>
              <p14:cNvPr id="30" name="Freihand 29">
                <a:extLst>
                  <a:ext uri="{FF2B5EF4-FFF2-40B4-BE49-F238E27FC236}">
                    <a16:creationId xmlns:a16="http://schemas.microsoft.com/office/drawing/2014/main" id="{1CA13B9A-381C-B815-DC8B-8EF33E4C1990}"/>
                  </a:ext>
                </a:extLst>
              </p14:cNvPr>
              <p14:cNvContentPartPr/>
              <p14:nvPr/>
            </p14:nvContentPartPr>
            <p14:xfrm>
              <a:off x="10934460" y="5814938"/>
              <a:ext cx="360" cy="360"/>
            </p14:xfrm>
          </p:contentPart>
        </mc:Choice>
        <mc:Fallback xmlns="">
          <p:pic>
            <p:nvPicPr>
              <p:cNvPr id="30" name="Freihand 29">
                <a:extLst>
                  <a:ext uri="{FF2B5EF4-FFF2-40B4-BE49-F238E27FC236}">
                    <a16:creationId xmlns:a16="http://schemas.microsoft.com/office/drawing/2014/main" id="{1CA13B9A-381C-B815-DC8B-8EF33E4C1990}"/>
                  </a:ext>
                </a:extLst>
              </p:cNvPr>
              <p:cNvPicPr/>
              <p:nvPr/>
            </p:nvPicPr>
            <p:blipFill>
              <a:blip r:embed="rId13"/>
              <a:stretch>
                <a:fillRect/>
              </a:stretch>
            </p:blipFill>
            <p:spPr>
              <a:xfrm>
                <a:off x="10930140" y="5810618"/>
                <a:ext cx="9000" cy="9000"/>
              </a:xfrm>
              <a:prstGeom prst="rect">
                <a:avLst/>
              </a:prstGeom>
            </p:spPr>
          </p:pic>
        </mc:Fallback>
      </mc:AlternateContent>
      <p:grpSp>
        <p:nvGrpSpPr>
          <p:cNvPr id="31" name="Gruppieren 30">
            <a:extLst>
              <a:ext uri="{FF2B5EF4-FFF2-40B4-BE49-F238E27FC236}">
                <a16:creationId xmlns:a16="http://schemas.microsoft.com/office/drawing/2014/main" id="{C3F29545-E661-5E9B-52BF-7AA9FF4177AA}"/>
              </a:ext>
            </a:extLst>
          </p:cNvPr>
          <p:cNvGrpSpPr/>
          <p:nvPr/>
        </p:nvGrpSpPr>
        <p:grpSpPr>
          <a:xfrm>
            <a:off x="7496027" y="3315735"/>
            <a:ext cx="4694293" cy="3404572"/>
            <a:chOff x="7496027" y="3315735"/>
            <a:chExt cx="4694293" cy="3404572"/>
          </a:xfrm>
        </p:grpSpPr>
        <p:sp>
          <p:nvSpPr>
            <p:cNvPr id="32" name="Textfeld 31">
              <a:extLst>
                <a:ext uri="{FF2B5EF4-FFF2-40B4-BE49-F238E27FC236}">
                  <a16:creationId xmlns:a16="http://schemas.microsoft.com/office/drawing/2014/main" id="{35458FFC-82D1-87E9-17DB-BE99403C0851}"/>
                </a:ext>
              </a:extLst>
            </p:cNvPr>
            <p:cNvSpPr txBox="1"/>
            <p:nvPr/>
          </p:nvSpPr>
          <p:spPr bwMode="gray">
            <a:xfrm>
              <a:off x="7496027" y="5184205"/>
              <a:ext cx="3675098" cy="1536102"/>
            </a:xfrm>
            <a:prstGeom prst="rect">
              <a:avLst/>
            </a:prstGeom>
            <a:noFill/>
            <a:ln w="1270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endParaRPr kumimoji="0" lang="de-DE" sz="1400" b="0" i="0" u="none" strike="noStrike" kern="1200" cap="none" spc="0" normalizeH="0" baseline="0" noProof="0" dirty="0">
                <a:ln>
                  <a:noFill/>
                </a:ln>
                <a:solidFill>
                  <a:srgbClr val="002D4C"/>
                </a:solidFill>
                <a:effectLst/>
                <a:uLnTx/>
                <a:uFillTx/>
                <a:latin typeface="Arial"/>
                <a:ea typeface="+mn-ea"/>
                <a:cs typeface="+mn-cs"/>
              </a:endParaRPr>
            </a:p>
          </p:txBody>
        </p:sp>
        <p:sp>
          <p:nvSpPr>
            <p:cNvPr id="33" name="Textfeld 32">
              <a:extLst>
                <a:ext uri="{FF2B5EF4-FFF2-40B4-BE49-F238E27FC236}">
                  <a16:creationId xmlns:a16="http://schemas.microsoft.com/office/drawing/2014/main" id="{22EC36F6-574C-4F1C-67F3-2E09254BE7B8}"/>
                </a:ext>
              </a:extLst>
            </p:cNvPr>
            <p:cNvSpPr txBox="1"/>
            <p:nvPr/>
          </p:nvSpPr>
          <p:spPr bwMode="gray">
            <a:xfrm>
              <a:off x="9604744" y="3315735"/>
              <a:ext cx="2559686" cy="3404572"/>
            </a:xfrm>
            <a:prstGeom prst="rect">
              <a:avLst/>
            </a:prstGeom>
            <a:noFill/>
            <a:ln w="1270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400" b="0" i="0" u="none" strike="noStrike" kern="1200" cap="none" spc="0" normalizeH="0" baseline="0" noProof="0" dirty="0">
                  <a:ln>
                    <a:noFill/>
                  </a:ln>
                  <a:solidFill>
                    <a:srgbClr val="002D4C"/>
                  </a:solidFill>
                  <a:effectLst/>
                  <a:uLnTx/>
                  <a:uFillTx/>
                  <a:latin typeface="Arial"/>
                  <a:ea typeface="+mn-ea"/>
                  <a:cs typeface="+mn-cs"/>
                </a:rPr>
                <a:t>Architektur Gn:</a:t>
              </a:r>
            </a:p>
          </p:txBody>
        </p:sp>
        <p:grpSp>
          <p:nvGrpSpPr>
            <p:cNvPr id="34" name="Gruppieren 33">
              <a:extLst>
                <a:ext uri="{FF2B5EF4-FFF2-40B4-BE49-F238E27FC236}">
                  <a16:creationId xmlns:a16="http://schemas.microsoft.com/office/drawing/2014/main" id="{ACBE74A4-069A-7659-0543-043C4C346FCC}"/>
                </a:ext>
              </a:extLst>
            </p:cNvPr>
            <p:cNvGrpSpPr/>
            <p:nvPr/>
          </p:nvGrpSpPr>
          <p:grpSpPr>
            <a:xfrm>
              <a:off x="7504829" y="5189245"/>
              <a:ext cx="2490042" cy="1477422"/>
              <a:chOff x="7736800" y="5189245"/>
              <a:chExt cx="2490042" cy="1477422"/>
            </a:xfrm>
          </p:grpSpPr>
          <p:pic>
            <p:nvPicPr>
              <p:cNvPr id="49" name="Grafik 48">
                <a:extLst>
                  <a:ext uri="{FF2B5EF4-FFF2-40B4-BE49-F238E27FC236}">
                    <a16:creationId xmlns:a16="http://schemas.microsoft.com/office/drawing/2014/main" id="{AE274F20-907A-A3C6-A280-A48B323CFF4C}"/>
                  </a:ext>
                </a:extLst>
              </p:cNvPr>
              <p:cNvPicPr>
                <a:picLocks noChangeAspect="1"/>
              </p:cNvPicPr>
              <p:nvPr/>
            </p:nvPicPr>
            <p:blipFill>
              <a:blip r:embed="rId14"/>
              <a:stretch>
                <a:fillRect/>
              </a:stretch>
            </p:blipFill>
            <p:spPr>
              <a:xfrm>
                <a:off x="7811120" y="5189245"/>
                <a:ext cx="2415722" cy="1477422"/>
              </a:xfrm>
              <a:prstGeom prst="rect">
                <a:avLst/>
              </a:prstGeom>
            </p:spPr>
          </p:pic>
          <mc:AlternateContent xmlns:mc="http://schemas.openxmlformats.org/markup-compatibility/2006" xmlns:p14="http://schemas.microsoft.com/office/powerpoint/2010/main">
            <mc:Choice Requires="p14">
              <p:contentPart p14:bwMode="auto" r:id="rId15">
                <p14:nvContentPartPr>
                  <p14:cNvPr id="50" name="Freihand 49">
                    <a:extLst>
                      <a:ext uri="{FF2B5EF4-FFF2-40B4-BE49-F238E27FC236}">
                        <a16:creationId xmlns:a16="http://schemas.microsoft.com/office/drawing/2014/main" id="{4BCC6C3C-1941-913D-EB13-B466FBF30D19}"/>
                      </a:ext>
                    </a:extLst>
                  </p14:cNvPr>
                  <p14:cNvContentPartPr/>
                  <p14:nvPr/>
                </p14:nvContentPartPr>
                <p14:xfrm>
                  <a:off x="7736800" y="6015955"/>
                  <a:ext cx="1038960" cy="258480"/>
                </p14:xfrm>
              </p:contentPart>
            </mc:Choice>
            <mc:Fallback xmlns="">
              <p:pic>
                <p:nvPicPr>
                  <p:cNvPr id="31" name="Freihand 30">
                    <a:extLst>
                      <a:ext uri="{FF2B5EF4-FFF2-40B4-BE49-F238E27FC236}">
                        <a16:creationId xmlns:a16="http://schemas.microsoft.com/office/drawing/2014/main" id="{CC72015E-56A2-0790-CD78-0DFBADA3D171}"/>
                      </a:ext>
                    </a:extLst>
                  </p:cNvPr>
                  <p:cNvPicPr/>
                  <p:nvPr/>
                </p:nvPicPr>
                <p:blipFill>
                  <a:blip r:embed="rId16"/>
                  <a:stretch>
                    <a:fillRect/>
                  </a:stretch>
                </p:blipFill>
                <p:spPr>
                  <a:xfrm>
                    <a:off x="7732480" y="6011635"/>
                    <a:ext cx="1047600" cy="267120"/>
                  </a:xfrm>
                  <a:prstGeom prst="rect">
                    <a:avLst/>
                  </a:prstGeom>
                </p:spPr>
              </p:pic>
            </mc:Fallback>
          </mc:AlternateContent>
          <p:grpSp>
            <p:nvGrpSpPr>
              <p:cNvPr id="51" name="Gruppieren 50">
                <a:extLst>
                  <a:ext uri="{FF2B5EF4-FFF2-40B4-BE49-F238E27FC236}">
                    <a16:creationId xmlns:a16="http://schemas.microsoft.com/office/drawing/2014/main" id="{1CC7CC4D-C672-27F5-CBAC-AC9B2851CB8F}"/>
                  </a:ext>
                </a:extLst>
              </p:cNvPr>
              <p:cNvGrpSpPr/>
              <p:nvPr/>
            </p:nvGrpSpPr>
            <p:grpSpPr>
              <a:xfrm>
                <a:off x="8715233" y="6162698"/>
                <a:ext cx="232920" cy="79560"/>
                <a:chOff x="8715233" y="6162698"/>
                <a:chExt cx="232920" cy="79560"/>
              </a:xfrm>
            </p:grpSpPr>
            <mc:AlternateContent xmlns:mc="http://schemas.openxmlformats.org/markup-compatibility/2006" xmlns:p14="http://schemas.microsoft.com/office/powerpoint/2010/main">
              <mc:Choice Requires="p14">
                <p:contentPart p14:bwMode="auto" r:id="rId17">
                  <p14:nvContentPartPr>
                    <p14:cNvPr id="52" name="Freihand 51">
                      <a:extLst>
                        <a:ext uri="{FF2B5EF4-FFF2-40B4-BE49-F238E27FC236}">
                          <a16:creationId xmlns:a16="http://schemas.microsoft.com/office/drawing/2014/main" id="{68E13AE7-E26F-8BC1-492F-DAE0038095D1}"/>
                        </a:ext>
                      </a:extLst>
                    </p14:cNvPr>
                    <p14:cNvContentPartPr/>
                    <p14:nvPr/>
                  </p14:nvContentPartPr>
                  <p14:xfrm>
                    <a:off x="8715233" y="6162698"/>
                    <a:ext cx="57240" cy="62640"/>
                  </p14:xfrm>
                </p:contentPart>
              </mc:Choice>
              <mc:Fallback xmlns="">
                <p:pic>
                  <p:nvPicPr>
                    <p:cNvPr id="32" name="Freihand 31">
                      <a:extLst>
                        <a:ext uri="{FF2B5EF4-FFF2-40B4-BE49-F238E27FC236}">
                          <a16:creationId xmlns:a16="http://schemas.microsoft.com/office/drawing/2014/main" id="{21997C93-E878-D393-13A2-8CE28C87EF55}"/>
                        </a:ext>
                      </a:extLst>
                    </p:cNvPr>
                    <p:cNvPicPr/>
                    <p:nvPr/>
                  </p:nvPicPr>
                  <p:blipFill>
                    <a:blip r:embed="rId18"/>
                    <a:stretch>
                      <a:fillRect/>
                    </a:stretch>
                  </p:blipFill>
                  <p:spPr>
                    <a:xfrm>
                      <a:off x="8710913" y="6158378"/>
                      <a:ext cx="658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Freihand 52">
                      <a:extLst>
                        <a:ext uri="{FF2B5EF4-FFF2-40B4-BE49-F238E27FC236}">
                          <a16:creationId xmlns:a16="http://schemas.microsoft.com/office/drawing/2014/main" id="{4303137E-C28B-7A17-2939-C2B70ED960B2}"/>
                        </a:ext>
                      </a:extLst>
                    </p14:cNvPr>
                    <p14:cNvContentPartPr/>
                    <p14:nvPr/>
                  </p14:nvContentPartPr>
                  <p14:xfrm>
                    <a:off x="8796233" y="6178178"/>
                    <a:ext cx="59760" cy="64080"/>
                  </p14:xfrm>
                </p:contentPart>
              </mc:Choice>
              <mc:Fallback xmlns="">
                <p:pic>
                  <p:nvPicPr>
                    <p:cNvPr id="33" name="Freihand 32">
                      <a:extLst>
                        <a:ext uri="{FF2B5EF4-FFF2-40B4-BE49-F238E27FC236}">
                          <a16:creationId xmlns:a16="http://schemas.microsoft.com/office/drawing/2014/main" id="{0DC0A4E6-51AD-AFEF-B6C3-7DBA039F5555}"/>
                        </a:ext>
                      </a:extLst>
                    </p:cNvPr>
                    <p:cNvPicPr/>
                    <p:nvPr/>
                  </p:nvPicPr>
                  <p:blipFill>
                    <a:blip r:embed="rId20"/>
                    <a:stretch>
                      <a:fillRect/>
                    </a:stretch>
                  </p:blipFill>
                  <p:spPr>
                    <a:xfrm>
                      <a:off x="8791913" y="6173858"/>
                      <a:ext cx="684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Freihand 53">
                      <a:extLst>
                        <a:ext uri="{FF2B5EF4-FFF2-40B4-BE49-F238E27FC236}">
                          <a16:creationId xmlns:a16="http://schemas.microsoft.com/office/drawing/2014/main" id="{C21A846E-C72F-9838-3171-DC8209713A32}"/>
                        </a:ext>
                      </a:extLst>
                    </p14:cNvPr>
                    <p14:cNvContentPartPr/>
                    <p14:nvPr/>
                  </p14:nvContentPartPr>
                  <p14:xfrm>
                    <a:off x="8872553" y="6176738"/>
                    <a:ext cx="75600" cy="58320"/>
                  </p14:xfrm>
                </p:contentPart>
              </mc:Choice>
              <mc:Fallback xmlns="">
                <p:pic>
                  <p:nvPicPr>
                    <p:cNvPr id="34" name="Freihand 33">
                      <a:extLst>
                        <a:ext uri="{FF2B5EF4-FFF2-40B4-BE49-F238E27FC236}">
                          <a16:creationId xmlns:a16="http://schemas.microsoft.com/office/drawing/2014/main" id="{F031DD13-D425-CD9F-5F63-8DAD730AE857}"/>
                        </a:ext>
                      </a:extLst>
                    </p:cNvPr>
                    <p:cNvPicPr/>
                    <p:nvPr/>
                  </p:nvPicPr>
                  <p:blipFill>
                    <a:blip r:embed="rId22"/>
                    <a:stretch>
                      <a:fillRect/>
                    </a:stretch>
                  </p:blipFill>
                  <p:spPr>
                    <a:xfrm>
                      <a:off x="8868233" y="6172418"/>
                      <a:ext cx="84240" cy="66960"/>
                    </a:xfrm>
                    <a:prstGeom prst="rect">
                      <a:avLst/>
                    </a:prstGeom>
                  </p:spPr>
                </p:pic>
              </mc:Fallback>
            </mc:AlternateContent>
          </p:grpSp>
        </p:grpSp>
        <p:grpSp>
          <p:nvGrpSpPr>
            <p:cNvPr id="35" name="Gruppieren 34">
              <a:extLst>
                <a:ext uri="{FF2B5EF4-FFF2-40B4-BE49-F238E27FC236}">
                  <a16:creationId xmlns:a16="http://schemas.microsoft.com/office/drawing/2014/main" id="{E831530E-4316-9376-95E4-62A64990F004}"/>
                </a:ext>
              </a:extLst>
            </p:cNvPr>
            <p:cNvGrpSpPr/>
            <p:nvPr/>
          </p:nvGrpSpPr>
          <p:grpSpPr>
            <a:xfrm>
              <a:off x="9337674" y="5332827"/>
              <a:ext cx="2722013" cy="1382799"/>
              <a:chOff x="9362233" y="5147137"/>
              <a:chExt cx="2722013" cy="1382799"/>
            </a:xfrm>
          </p:grpSpPr>
          <p:pic>
            <p:nvPicPr>
              <p:cNvPr id="43" name="Grafik 42">
                <a:extLst>
                  <a:ext uri="{FF2B5EF4-FFF2-40B4-BE49-F238E27FC236}">
                    <a16:creationId xmlns:a16="http://schemas.microsoft.com/office/drawing/2014/main" id="{B45119F7-A300-7CE3-338B-7E70C153D4F8}"/>
                  </a:ext>
                </a:extLst>
              </p:cNvPr>
              <p:cNvPicPr>
                <a:picLocks noChangeAspect="1"/>
              </p:cNvPicPr>
              <p:nvPr/>
            </p:nvPicPr>
            <p:blipFill>
              <a:blip r:embed="rId23"/>
              <a:stretch>
                <a:fillRect/>
              </a:stretch>
            </p:blipFill>
            <p:spPr>
              <a:xfrm>
                <a:off x="9362233" y="5147137"/>
                <a:ext cx="2722013" cy="1382799"/>
              </a:xfrm>
              <a:prstGeom prst="rect">
                <a:avLst/>
              </a:prstGeom>
            </p:spPr>
          </p:pic>
          <p:grpSp>
            <p:nvGrpSpPr>
              <p:cNvPr id="44" name="Gruppieren 43">
                <a:extLst>
                  <a:ext uri="{FF2B5EF4-FFF2-40B4-BE49-F238E27FC236}">
                    <a16:creationId xmlns:a16="http://schemas.microsoft.com/office/drawing/2014/main" id="{37F198A7-9802-5D7E-CC42-B579BA8C770A}"/>
                  </a:ext>
                </a:extLst>
              </p:cNvPr>
              <p:cNvGrpSpPr/>
              <p:nvPr/>
            </p:nvGrpSpPr>
            <p:grpSpPr>
              <a:xfrm>
                <a:off x="10934040" y="5862401"/>
                <a:ext cx="1110600" cy="591120"/>
                <a:chOff x="10934040" y="5862401"/>
                <a:chExt cx="1110600" cy="591120"/>
              </a:xfrm>
            </p:grpSpPr>
            <mc:AlternateContent xmlns:mc="http://schemas.openxmlformats.org/markup-compatibility/2006" xmlns:p14="http://schemas.microsoft.com/office/powerpoint/2010/main">
              <mc:Choice Requires="p14">
                <p:contentPart p14:bwMode="auto" r:id="rId24">
                  <p14:nvContentPartPr>
                    <p14:cNvPr id="45" name="Freihand 44">
                      <a:extLst>
                        <a:ext uri="{FF2B5EF4-FFF2-40B4-BE49-F238E27FC236}">
                          <a16:creationId xmlns:a16="http://schemas.microsoft.com/office/drawing/2014/main" id="{CE404567-90F7-51D6-13FF-402EC40B7EE5}"/>
                        </a:ext>
                      </a:extLst>
                    </p14:cNvPr>
                    <p14:cNvContentPartPr/>
                    <p14:nvPr/>
                  </p14:nvContentPartPr>
                  <p14:xfrm>
                    <a:off x="10934040" y="5944481"/>
                    <a:ext cx="1110600" cy="509040"/>
                  </p14:xfrm>
                </p:contentPart>
              </mc:Choice>
              <mc:Fallback xmlns="">
                <p:pic>
                  <p:nvPicPr>
                    <p:cNvPr id="42" name="Freihand 41">
                      <a:extLst>
                        <a:ext uri="{FF2B5EF4-FFF2-40B4-BE49-F238E27FC236}">
                          <a16:creationId xmlns:a16="http://schemas.microsoft.com/office/drawing/2014/main" id="{CDB214ED-CA5F-71F8-A07D-CE1C3C45264E}"/>
                        </a:ext>
                      </a:extLst>
                    </p:cNvPr>
                    <p:cNvPicPr/>
                    <p:nvPr/>
                  </p:nvPicPr>
                  <p:blipFill>
                    <a:blip r:embed="rId30"/>
                    <a:stretch>
                      <a:fillRect/>
                    </a:stretch>
                  </p:blipFill>
                  <p:spPr>
                    <a:xfrm>
                      <a:off x="10929720" y="5940161"/>
                      <a:ext cx="1119240" cy="517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6" name="Freihand 45">
                      <a:extLst>
                        <a:ext uri="{FF2B5EF4-FFF2-40B4-BE49-F238E27FC236}">
                          <a16:creationId xmlns:a16="http://schemas.microsoft.com/office/drawing/2014/main" id="{57F36EAC-F717-DF68-CA3E-653E45489A81}"/>
                        </a:ext>
                      </a:extLst>
                    </p14:cNvPr>
                    <p14:cNvContentPartPr/>
                    <p14:nvPr/>
                  </p14:nvContentPartPr>
                  <p14:xfrm>
                    <a:off x="11770680" y="5862401"/>
                    <a:ext cx="36360" cy="61920"/>
                  </p14:xfrm>
                </p:contentPart>
              </mc:Choice>
              <mc:Fallback xmlns="">
                <p:pic>
                  <p:nvPicPr>
                    <p:cNvPr id="43" name="Freihand 42">
                      <a:extLst>
                        <a:ext uri="{FF2B5EF4-FFF2-40B4-BE49-F238E27FC236}">
                          <a16:creationId xmlns:a16="http://schemas.microsoft.com/office/drawing/2014/main" id="{6F0ACBC7-34DF-0B2E-A30F-960806276863}"/>
                        </a:ext>
                      </a:extLst>
                    </p:cNvPr>
                    <p:cNvPicPr/>
                    <p:nvPr/>
                  </p:nvPicPr>
                  <p:blipFill>
                    <a:blip r:embed="rId32"/>
                    <a:stretch>
                      <a:fillRect/>
                    </a:stretch>
                  </p:blipFill>
                  <p:spPr>
                    <a:xfrm>
                      <a:off x="11766360" y="5858081"/>
                      <a:ext cx="450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7" name="Freihand 46">
                      <a:extLst>
                        <a:ext uri="{FF2B5EF4-FFF2-40B4-BE49-F238E27FC236}">
                          <a16:creationId xmlns:a16="http://schemas.microsoft.com/office/drawing/2014/main" id="{D2D6D4F6-4A20-B566-FB48-4D582AAEB1E0}"/>
                        </a:ext>
                      </a:extLst>
                    </p14:cNvPr>
                    <p14:cNvContentPartPr/>
                    <p14:nvPr/>
                  </p14:nvContentPartPr>
                  <p14:xfrm>
                    <a:off x="11817840" y="5883281"/>
                    <a:ext cx="49680" cy="50040"/>
                  </p14:xfrm>
                </p:contentPart>
              </mc:Choice>
              <mc:Fallback xmlns="">
                <p:pic>
                  <p:nvPicPr>
                    <p:cNvPr id="44" name="Freihand 43">
                      <a:extLst>
                        <a:ext uri="{FF2B5EF4-FFF2-40B4-BE49-F238E27FC236}">
                          <a16:creationId xmlns:a16="http://schemas.microsoft.com/office/drawing/2014/main" id="{675A7BC0-CD61-57BB-2162-79BA2B3B0A71}"/>
                        </a:ext>
                      </a:extLst>
                    </p:cNvPr>
                    <p:cNvPicPr/>
                    <p:nvPr/>
                  </p:nvPicPr>
                  <p:blipFill>
                    <a:blip r:embed="rId34"/>
                    <a:stretch>
                      <a:fillRect/>
                    </a:stretch>
                  </p:blipFill>
                  <p:spPr>
                    <a:xfrm>
                      <a:off x="11813520" y="5878961"/>
                      <a:ext cx="583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8" name="Freihand 47">
                      <a:extLst>
                        <a:ext uri="{FF2B5EF4-FFF2-40B4-BE49-F238E27FC236}">
                          <a16:creationId xmlns:a16="http://schemas.microsoft.com/office/drawing/2014/main" id="{F5272CAD-D731-CEFE-37F1-D1F574F81574}"/>
                        </a:ext>
                      </a:extLst>
                    </p14:cNvPr>
                    <p14:cNvContentPartPr/>
                    <p14:nvPr/>
                  </p14:nvContentPartPr>
                  <p14:xfrm>
                    <a:off x="11886960" y="5890841"/>
                    <a:ext cx="82440" cy="78840"/>
                  </p14:xfrm>
                </p:contentPart>
              </mc:Choice>
              <mc:Fallback xmlns="">
                <p:pic>
                  <p:nvPicPr>
                    <p:cNvPr id="45" name="Freihand 44">
                      <a:extLst>
                        <a:ext uri="{FF2B5EF4-FFF2-40B4-BE49-F238E27FC236}">
                          <a16:creationId xmlns:a16="http://schemas.microsoft.com/office/drawing/2014/main" id="{2C754EAB-1A39-9026-32FD-E905F350313F}"/>
                        </a:ext>
                      </a:extLst>
                    </p:cNvPr>
                    <p:cNvPicPr/>
                    <p:nvPr/>
                  </p:nvPicPr>
                  <p:blipFill>
                    <a:blip r:embed="rId36"/>
                    <a:stretch>
                      <a:fillRect/>
                    </a:stretch>
                  </p:blipFill>
                  <p:spPr>
                    <a:xfrm>
                      <a:off x="11882640" y="5886521"/>
                      <a:ext cx="91080" cy="87480"/>
                    </a:xfrm>
                    <a:prstGeom prst="rect">
                      <a:avLst/>
                    </a:prstGeom>
                  </p:spPr>
                </p:pic>
              </mc:Fallback>
            </mc:AlternateContent>
          </p:grpSp>
        </p:grpSp>
        <p:grpSp>
          <p:nvGrpSpPr>
            <p:cNvPr id="36" name="Gruppieren 35">
              <a:extLst>
                <a:ext uri="{FF2B5EF4-FFF2-40B4-BE49-F238E27FC236}">
                  <a16:creationId xmlns:a16="http://schemas.microsoft.com/office/drawing/2014/main" id="{D60075D4-5384-A0B7-E11D-4DC6DA51CE99}"/>
                </a:ext>
              </a:extLst>
            </p:cNvPr>
            <p:cNvGrpSpPr/>
            <p:nvPr/>
          </p:nvGrpSpPr>
          <p:grpSpPr>
            <a:xfrm>
              <a:off x="9678600" y="3642751"/>
              <a:ext cx="2511720" cy="1667160"/>
              <a:chOff x="9689900" y="3451185"/>
              <a:chExt cx="2511720" cy="1667160"/>
            </a:xfrm>
          </p:grpSpPr>
          <p:pic>
            <p:nvPicPr>
              <p:cNvPr id="37" name="Grafik 36">
                <a:extLst>
                  <a:ext uri="{FF2B5EF4-FFF2-40B4-BE49-F238E27FC236}">
                    <a16:creationId xmlns:a16="http://schemas.microsoft.com/office/drawing/2014/main" id="{9A2669AD-FB94-C511-60D4-D37D97A08378}"/>
                  </a:ext>
                </a:extLst>
              </p:cNvPr>
              <p:cNvPicPr>
                <a:picLocks noChangeAspect="1"/>
              </p:cNvPicPr>
              <p:nvPr/>
            </p:nvPicPr>
            <p:blipFill>
              <a:blip r:embed="rId37"/>
              <a:stretch>
                <a:fillRect/>
              </a:stretch>
            </p:blipFill>
            <p:spPr>
              <a:xfrm>
                <a:off x="9827425" y="3632034"/>
                <a:ext cx="2287823" cy="1422400"/>
              </a:xfrm>
              <a:prstGeom prst="rect">
                <a:avLst/>
              </a:prstGeom>
            </p:spPr>
          </p:pic>
          <p:grpSp>
            <p:nvGrpSpPr>
              <p:cNvPr id="38" name="Gruppieren 37">
                <a:extLst>
                  <a:ext uri="{FF2B5EF4-FFF2-40B4-BE49-F238E27FC236}">
                    <a16:creationId xmlns:a16="http://schemas.microsoft.com/office/drawing/2014/main" id="{675F1CFF-4AE2-0856-D558-D7E1B9CCEEBD}"/>
                  </a:ext>
                </a:extLst>
              </p:cNvPr>
              <p:cNvGrpSpPr/>
              <p:nvPr/>
            </p:nvGrpSpPr>
            <p:grpSpPr>
              <a:xfrm>
                <a:off x="9689900" y="3451185"/>
                <a:ext cx="2511720" cy="1667160"/>
                <a:chOff x="9689900" y="3451185"/>
                <a:chExt cx="2511720" cy="1667160"/>
              </a:xfrm>
            </p:grpSpPr>
            <mc:AlternateContent xmlns:mc="http://schemas.openxmlformats.org/markup-compatibility/2006" xmlns:p14="http://schemas.microsoft.com/office/powerpoint/2010/main">
              <mc:Choice Requires="p14">
                <p:contentPart p14:bwMode="auto" r:id="rId38">
                  <p14:nvContentPartPr>
                    <p14:cNvPr id="39" name="Freihand 38">
                      <a:extLst>
                        <a:ext uri="{FF2B5EF4-FFF2-40B4-BE49-F238E27FC236}">
                          <a16:creationId xmlns:a16="http://schemas.microsoft.com/office/drawing/2014/main" id="{AB6675EE-1471-290F-4C78-EF2991490232}"/>
                        </a:ext>
                      </a:extLst>
                    </p14:cNvPr>
                    <p14:cNvContentPartPr/>
                    <p14:nvPr/>
                  </p14:nvContentPartPr>
                  <p14:xfrm>
                    <a:off x="9689900" y="3567825"/>
                    <a:ext cx="2511720" cy="1550520"/>
                  </p14:xfrm>
                </p:contentPart>
              </mc:Choice>
              <mc:Fallback xmlns="">
                <p:pic>
                  <p:nvPicPr>
                    <p:cNvPr id="48" name="Freihand 47">
                      <a:extLst>
                        <a:ext uri="{FF2B5EF4-FFF2-40B4-BE49-F238E27FC236}">
                          <a16:creationId xmlns:a16="http://schemas.microsoft.com/office/drawing/2014/main" id="{ECDD31BF-8C71-A02A-236F-789FC2AC6121}"/>
                        </a:ext>
                      </a:extLst>
                    </p:cNvPr>
                    <p:cNvPicPr/>
                    <p:nvPr/>
                  </p:nvPicPr>
                  <p:blipFill>
                    <a:blip r:embed="rId39"/>
                    <a:stretch>
                      <a:fillRect/>
                    </a:stretch>
                  </p:blipFill>
                  <p:spPr>
                    <a:xfrm>
                      <a:off x="9685580" y="3563505"/>
                      <a:ext cx="2520360" cy="1559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0" name="Freihand 39">
                      <a:extLst>
                        <a:ext uri="{FF2B5EF4-FFF2-40B4-BE49-F238E27FC236}">
                          <a16:creationId xmlns:a16="http://schemas.microsoft.com/office/drawing/2014/main" id="{46E0F699-47F0-9D3B-9550-7D75D16C754E}"/>
                        </a:ext>
                      </a:extLst>
                    </p14:cNvPr>
                    <p14:cNvContentPartPr/>
                    <p14:nvPr/>
                  </p14:nvContentPartPr>
                  <p14:xfrm>
                    <a:off x="10165820" y="3451185"/>
                    <a:ext cx="75240" cy="101520"/>
                  </p14:xfrm>
                </p:contentPart>
              </mc:Choice>
              <mc:Fallback xmlns="">
                <p:pic>
                  <p:nvPicPr>
                    <p:cNvPr id="49" name="Freihand 48">
                      <a:extLst>
                        <a:ext uri="{FF2B5EF4-FFF2-40B4-BE49-F238E27FC236}">
                          <a16:creationId xmlns:a16="http://schemas.microsoft.com/office/drawing/2014/main" id="{8DF5B46A-C281-9E4A-22ED-BB2FDEC5C300}"/>
                        </a:ext>
                      </a:extLst>
                    </p:cNvPr>
                    <p:cNvPicPr/>
                    <p:nvPr/>
                  </p:nvPicPr>
                  <p:blipFill>
                    <a:blip r:embed="rId41"/>
                    <a:stretch>
                      <a:fillRect/>
                    </a:stretch>
                  </p:blipFill>
                  <p:spPr>
                    <a:xfrm>
                      <a:off x="10161500" y="3446865"/>
                      <a:ext cx="838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1" name="Freihand 40">
                      <a:extLst>
                        <a:ext uri="{FF2B5EF4-FFF2-40B4-BE49-F238E27FC236}">
                          <a16:creationId xmlns:a16="http://schemas.microsoft.com/office/drawing/2014/main" id="{73F6586A-0549-BEBF-9CDA-14EBC752D444}"/>
                        </a:ext>
                      </a:extLst>
                    </p14:cNvPr>
                    <p14:cNvContentPartPr/>
                    <p14:nvPr/>
                  </p14:nvContentPartPr>
                  <p14:xfrm>
                    <a:off x="10255100" y="3477825"/>
                    <a:ext cx="130320" cy="94680"/>
                  </p14:xfrm>
                </p:contentPart>
              </mc:Choice>
              <mc:Fallback xmlns="">
                <p:pic>
                  <p:nvPicPr>
                    <p:cNvPr id="50" name="Freihand 49">
                      <a:extLst>
                        <a:ext uri="{FF2B5EF4-FFF2-40B4-BE49-F238E27FC236}">
                          <a16:creationId xmlns:a16="http://schemas.microsoft.com/office/drawing/2014/main" id="{7373DE0C-2889-86C4-4485-D44CBAED2A63}"/>
                        </a:ext>
                      </a:extLst>
                    </p:cNvPr>
                    <p:cNvPicPr/>
                    <p:nvPr/>
                  </p:nvPicPr>
                  <p:blipFill>
                    <a:blip r:embed="rId43"/>
                    <a:stretch>
                      <a:fillRect/>
                    </a:stretch>
                  </p:blipFill>
                  <p:spPr>
                    <a:xfrm>
                      <a:off x="10250780" y="3473505"/>
                      <a:ext cx="13896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2" name="Freihand 41">
                      <a:extLst>
                        <a:ext uri="{FF2B5EF4-FFF2-40B4-BE49-F238E27FC236}">
                          <a16:creationId xmlns:a16="http://schemas.microsoft.com/office/drawing/2014/main" id="{96E3E107-D2CA-1E8D-0717-880B0636228C}"/>
                        </a:ext>
                      </a:extLst>
                    </p14:cNvPr>
                    <p14:cNvContentPartPr/>
                    <p14:nvPr/>
                  </p14:nvContentPartPr>
                  <p14:xfrm>
                    <a:off x="10407380" y="3470625"/>
                    <a:ext cx="146520" cy="85680"/>
                  </p14:xfrm>
                </p:contentPart>
              </mc:Choice>
              <mc:Fallback xmlns="">
                <p:pic>
                  <p:nvPicPr>
                    <p:cNvPr id="51" name="Freihand 50">
                      <a:extLst>
                        <a:ext uri="{FF2B5EF4-FFF2-40B4-BE49-F238E27FC236}">
                          <a16:creationId xmlns:a16="http://schemas.microsoft.com/office/drawing/2014/main" id="{FEE7D2E9-650C-DC50-D064-073B48F35C5A}"/>
                        </a:ext>
                      </a:extLst>
                    </p:cNvPr>
                    <p:cNvPicPr/>
                    <p:nvPr/>
                  </p:nvPicPr>
                  <p:blipFill>
                    <a:blip r:embed="rId45"/>
                    <a:stretch>
                      <a:fillRect/>
                    </a:stretch>
                  </p:blipFill>
                  <p:spPr>
                    <a:xfrm>
                      <a:off x="10403060" y="3466305"/>
                      <a:ext cx="155160" cy="94320"/>
                    </a:xfrm>
                    <a:prstGeom prst="rect">
                      <a:avLst/>
                    </a:prstGeom>
                  </p:spPr>
                </p:pic>
              </mc:Fallback>
            </mc:AlternateContent>
          </p:grpSp>
        </p:grpSp>
      </p:grpSp>
      <p:cxnSp>
        <p:nvCxnSpPr>
          <p:cNvPr id="55" name="Gerader Verbinder 54">
            <a:extLst>
              <a:ext uri="{FF2B5EF4-FFF2-40B4-BE49-F238E27FC236}">
                <a16:creationId xmlns:a16="http://schemas.microsoft.com/office/drawing/2014/main" id="{EE23F71A-D5F5-1CB1-C361-664C292F4914}"/>
              </a:ext>
            </a:extLst>
          </p:cNvPr>
          <p:cNvCxnSpPr>
            <a:cxnSpLocks/>
          </p:cNvCxnSpPr>
          <p:nvPr/>
        </p:nvCxnSpPr>
        <p:spPr bwMode="gray">
          <a:xfrm>
            <a:off x="7387389" y="1051865"/>
            <a:ext cx="0" cy="566844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Textfeld 55">
            <a:extLst>
              <a:ext uri="{FF2B5EF4-FFF2-40B4-BE49-F238E27FC236}">
                <a16:creationId xmlns:a16="http://schemas.microsoft.com/office/drawing/2014/main" id="{F3A34F8C-67A4-2D46-E64B-B460F3D619F0}"/>
              </a:ext>
            </a:extLst>
          </p:cNvPr>
          <p:cNvSpPr txBox="1"/>
          <p:nvPr/>
        </p:nvSpPr>
        <p:spPr bwMode="gray">
          <a:xfrm>
            <a:off x="4650536" y="1051865"/>
            <a:ext cx="663564" cy="344736"/>
          </a:xfrm>
          <a:prstGeom prst="rect">
            <a:avLst/>
          </a:prstGeom>
          <a:noFill/>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2000" b="1" i="0" u="none" strike="noStrike" kern="1200" cap="none" spc="0" normalizeH="0" baseline="0" noProof="0" dirty="0">
                <a:ln>
                  <a:noFill/>
                </a:ln>
                <a:solidFill>
                  <a:srgbClr val="009682"/>
                </a:solidFill>
                <a:effectLst/>
                <a:uLnTx/>
                <a:uFillTx/>
                <a:latin typeface="Arial"/>
                <a:ea typeface="+mn-ea"/>
                <a:cs typeface="+mn-cs"/>
              </a:rPr>
              <a:t>Gn-1</a:t>
            </a:r>
          </a:p>
        </p:txBody>
      </p:sp>
      <p:sp>
        <p:nvSpPr>
          <p:cNvPr id="57" name="Textfeld 56">
            <a:extLst>
              <a:ext uri="{FF2B5EF4-FFF2-40B4-BE49-F238E27FC236}">
                <a16:creationId xmlns:a16="http://schemas.microsoft.com/office/drawing/2014/main" id="{4AE2DA5F-9FA3-CB52-9415-4525F52B24A0}"/>
              </a:ext>
            </a:extLst>
          </p:cNvPr>
          <p:cNvSpPr txBox="1"/>
          <p:nvPr/>
        </p:nvSpPr>
        <p:spPr bwMode="gray">
          <a:xfrm>
            <a:off x="9556105" y="921179"/>
            <a:ext cx="663564" cy="344736"/>
          </a:xfrm>
          <a:prstGeom prst="rect">
            <a:avLst/>
          </a:prstGeom>
          <a:noFill/>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2000" b="1" i="0" u="none" strike="noStrike" kern="1200" cap="none" spc="0" normalizeH="0" baseline="0" noProof="0" dirty="0">
                <a:ln>
                  <a:noFill/>
                </a:ln>
                <a:solidFill>
                  <a:srgbClr val="009682"/>
                </a:solidFill>
                <a:effectLst/>
                <a:uLnTx/>
                <a:uFillTx/>
                <a:latin typeface="Arial"/>
                <a:ea typeface="+mn-ea"/>
                <a:cs typeface="+mn-cs"/>
              </a:rPr>
              <a:t>Gn</a:t>
            </a:r>
          </a:p>
        </p:txBody>
      </p:sp>
    </p:spTree>
    <p:extLst>
      <p:ext uri="{BB962C8B-B14F-4D97-AF65-F5344CB8AC3E}">
        <p14:creationId xmlns:p14="http://schemas.microsoft.com/office/powerpoint/2010/main" val="3883205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4880E7D8-47F4-AD59-AE66-668DFDA77E61}"/>
              </a:ext>
            </a:extLst>
          </p:cNvPr>
          <p:cNvSpPr>
            <a:spLocks noGrp="1"/>
          </p:cNvSpPr>
          <p:nvPr>
            <p:ph idx="1"/>
          </p:nvPr>
        </p:nvSpPr>
        <p:spPr>
          <a:xfrm>
            <a:off x="533400" y="1038411"/>
            <a:ext cx="4393942" cy="3546295"/>
          </a:xfrm>
        </p:spPr>
        <p:txBody>
          <a:bodyPr/>
          <a:lstStyle/>
          <a:p>
            <a:r>
              <a:rPr lang="de-DE" sz="800" b="1" dirty="0"/>
              <a:t>Änderungen im Validierungsumgebungsmodell</a:t>
            </a:r>
          </a:p>
          <a:p>
            <a:r>
              <a:rPr lang="de-DE" sz="800" dirty="0"/>
              <a:t>Durch die von Vitruvius erkannten Änderungen werden die entsprechenden Elemente der Validierungsumgebung für </a:t>
            </a:r>
            <a:r>
              <a:rPr lang="de-DE" sz="800" b="1" dirty="0"/>
              <a:t>Gn</a:t>
            </a:r>
            <a:r>
              <a:rPr lang="de-DE" sz="800" dirty="0"/>
              <a:t> ergänzt bzw. angepasst.</a:t>
            </a:r>
          </a:p>
          <a:p>
            <a:r>
              <a:rPr lang="de-DE" sz="800" b="1" dirty="0"/>
              <a:t>Anforderungen</a:t>
            </a:r>
          </a:p>
          <a:p>
            <a:pPr marL="171450" indent="-171450">
              <a:buFont typeface="Arial" panose="020B0604020202020204" pitchFamily="34" charset="0"/>
              <a:buChar char="•"/>
            </a:pPr>
            <a:r>
              <a:rPr lang="de-DE" sz="800" dirty="0"/>
              <a:t>Die zukünftige Produktgeneration Gn mit zusätzlicher Funktion ABS muss validierbar sein. </a:t>
            </a:r>
          </a:p>
          <a:p>
            <a:r>
              <a:rPr lang="de-DE" sz="800" b="1" dirty="0"/>
              <a:t>Funktionale Erweiterungen</a:t>
            </a:r>
          </a:p>
          <a:p>
            <a:pPr marL="171450" indent="-171450">
              <a:buFont typeface="Arial" panose="020B0604020202020204" pitchFamily="34" charset="0"/>
              <a:buChar char="•"/>
            </a:pPr>
            <a:r>
              <a:rPr lang="de-DE" sz="800" dirty="0"/>
              <a:t>Zusätzliche Messgrößen für die ABS-Funktion </a:t>
            </a:r>
          </a:p>
          <a:p>
            <a:pPr marL="171450" indent="-171450">
              <a:buFont typeface="Arial" panose="020B0604020202020204" pitchFamily="34" charset="0"/>
              <a:buChar char="•"/>
            </a:pPr>
            <a:r>
              <a:rPr lang="de-DE" sz="800" dirty="0"/>
              <a:t>Daraus resultierend: </a:t>
            </a:r>
            <a:r>
              <a:rPr lang="de-DE" sz="800" b="1" dirty="0"/>
              <a:t>Erweiterung der Restfahrzeugsimulation erforderlich</a:t>
            </a:r>
            <a:r>
              <a:rPr lang="de-DE" sz="800" dirty="0"/>
              <a:t> </a:t>
            </a:r>
          </a:p>
          <a:p>
            <a:r>
              <a:rPr lang="de-DE" sz="800" b="1" dirty="0"/>
              <a:t>Architekturelle Erweiterungen</a:t>
            </a:r>
          </a:p>
          <a:p>
            <a:pPr marL="171450" indent="-171450">
              <a:buFont typeface="Arial" panose="020B0604020202020204" pitchFamily="34" charset="0"/>
              <a:buChar char="•"/>
            </a:pPr>
            <a:r>
              <a:rPr lang="de-DE" sz="800" dirty="0"/>
              <a:t>Zusätzliche Sensorik / Messgrößen: </a:t>
            </a:r>
          </a:p>
          <a:p>
            <a:pPr marL="441450" lvl="1" indent="-171450">
              <a:buFont typeface="Arial" panose="020B0604020202020204" pitchFamily="34" charset="0"/>
              <a:buChar char="•"/>
            </a:pPr>
            <a:r>
              <a:rPr lang="de-DE" sz="800" dirty="0"/>
              <a:t>Raddrehzahlen </a:t>
            </a:r>
          </a:p>
          <a:p>
            <a:pPr marL="441450" lvl="1" indent="-171450">
              <a:buFont typeface="Arial" panose="020B0604020202020204" pitchFamily="34" charset="0"/>
              <a:buChar char="•"/>
            </a:pPr>
            <a:r>
              <a:rPr lang="de-DE" sz="800" dirty="0"/>
              <a:t>Beschleunigung </a:t>
            </a:r>
          </a:p>
          <a:p>
            <a:pPr marL="441450" lvl="1" indent="-171450">
              <a:buFont typeface="Arial" panose="020B0604020202020204" pitchFamily="34" charset="0"/>
              <a:buChar char="•"/>
            </a:pPr>
            <a:r>
              <a:rPr lang="de-DE" sz="800" dirty="0"/>
              <a:t>Bremsdruck </a:t>
            </a:r>
          </a:p>
          <a:p>
            <a:pPr marL="441450" lvl="1" indent="-171450">
              <a:buFont typeface="Arial" panose="020B0604020202020204" pitchFamily="34" charset="0"/>
              <a:buChar char="•"/>
            </a:pPr>
            <a:r>
              <a:rPr lang="de-DE" sz="800" dirty="0" err="1"/>
              <a:t>Gierrate</a:t>
            </a:r>
            <a:r>
              <a:rPr lang="de-DE" sz="800" dirty="0"/>
              <a:t> </a:t>
            </a:r>
          </a:p>
          <a:p>
            <a:pPr marL="441450" lvl="1" indent="-171450">
              <a:buFont typeface="Arial" panose="020B0604020202020204" pitchFamily="34" charset="0"/>
              <a:buChar char="•"/>
            </a:pPr>
            <a:r>
              <a:rPr lang="de-DE" sz="800" dirty="0"/>
              <a:t>Lenkwinkel </a:t>
            </a:r>
          </a:p>
          <a:p>
            <a:pPr marL="171450" indent="-171450">
              <a:buFont typeface="Arial" panose="020B0604020202020204" pitchFamily="34" charset="0"/>
              <a:buChar char="•"/>
            </a:pPr>
            <a:r>
              <a:rPr lang="de-DE" sz="800" dirty="0"/>
              <a:t>ABS-Steuergerät </a:t>
            </a:r>
          </a:p>
          <a:p>
            <a:pPr marL="171450" indent="-171450">
              <a:buFont typeface="Arial" panose="020B0604020202020204" pitchFamily="34" charset="0"/>
              <a:buChar char="•"/>
            </a:pPr>
            <a:r>
              <a:rPr lang="de-DE" sz="800" dirty="0"/>
              <a:t>Ventile </a:t>
            </a:r>
          </a:p>
          <a:p>
            <a:pPr marL="171450" indent="-171450">
              <a:buFont typeface="Arial" panose="020B0604020202020204" pitchFamily="34" charset="0"/>
              <a:buChar char="•"/>
            </a:pPr>
            <a:r>
              <a:rPr lang="de-DE" sz="800" dirty="0"/>
              <a:t>Pumpe </a:t>
            </a:r>
          </a:p>
          <a:p>
            <a:pPr marL="171450" indent="-171450">
              <a:buFont typeface="Arial" panose="020B0604020202020204" pitchFamily="34" charset="0"/>
              <a:buChar char="•"/>
            </a:pPr>
            <a:r>
              <a:rPr lang="de-DE" sz="800" dirty="0"/>
              <a:t>Neue Schnittstellen</a:t>
            </a:r>
          </a:p>
        </p:txBody>
      </p:sp>
      <p:sp>
        <p:nvSpPr>
          <p:cNvPr id="3" name="Foliennummernplatzhalter 2">
            <a:extLst>
              <a:ext uri="{FF2B5EF4-FFF2-40B4-BE49-F238E27FC236}">
                <a16:creationId xmlns:a16="http://schemas.microsoft.com/office/drawing/2014/main" id="{43B3C481-DEB4-239A-5179-82443287888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4E19A666-F98C-9EDB-9E6F-EECC7225CFE7}"/>
              </a:ext>
            </a:extLst>
          </p:cNvPr>
          <p:cNvSpPr>
            <a:spLocks noGrp="1"/>
          </p:cNvSpPr>
          <p:nvPr>
            <p:ph type="body" sz="quarter" idx="13"/>
          </p:nvPr>
        </p:nvSpPr>
        <p:spPr/>
        <p:txBody>
          <a:bodyPr/>
          <a:lstStyle/>
          <a:p>
            <a:r>
              <a:rPr lang="de-DE" dirty="0"/>
              <a:t>1) Wechsel von Gn-1 zu Gn – Einführung von ABS – Validierungsumgebungsmodell </a:t>
            </a:r>
          </a:p>
        </p:txBody>
      </p:sp>
      <p:sp>
        <p:nvSpPr>
          <p:cNvPr id="5" name="Titel 4">
            <a:extLst>
              <a:ext uri="{FF2B5EF4-FFF2-40B4-BE49-F238E27FC236}">
                <a16:creationId xmlns:a16="http://schemas.microsoft.com/office/drawing/2014/main" id="{84B7AF00-E82A-0E96-C0B7-D20BFB9EBE42}"/>
              </a:ext>
            </a:extLst>
          </p:cNvPr>
          <p:cNvSpPr>
            <a:spLocks noGrp="1"/>
          </p:cNvSpPr>
          <p:nvPr>
            <p:ph type="title"/>
          </p:nvPr>
        </p:nvSpPr>
        <p:spPr/>
        <p:txBody>
          <a:bodyPr/>
          <a:lstStyle/>
          <a:p>
            <a:r>
              <a:rPr lang="de-DE" dirty="0"/>
              <a:t>Case Study 2: Änderungen der Bremssystemgenerationen</a:t>
            </a:r>
          </a:p>
        </p:txBody>
      </p:sp>
      <p:grpSp>
        <p:nvGrpSpPr>
          <p:cNvPr id="7" name="Gruppieren 6">
            <a:extLst>
              <a:ext uri="{FF2B5EF4-FFF2-40B4-BE49-F238E27FC236}">
                <a16:creationId xmlns:a16="http://schemas.microsoft.com/office/drawing/2014/main" id="{E31C7CD7-5C04-0B8F-56B8-86B67D2AF829}"/>
              </a:ext>
            </a:extLst>
          </p:cNvPr>
          <p:cNvGrpSpPr/>
          <p:nvPr/>
        </p:nvGrpSpPr>
        <p:grpSpPr>
          <a:xfrm>
            <a:off x="5012270" y="1231639"/>
            <a:ext cx="2047874" cy="3096344"/>
            <a:chOff x="5109444" y="1279060"/>
            <a:chExt cx="2047874" cy="3096344"/>
          </a:xfrm>
        </p:grpSpPr>
        <p:pic>
          <p:nvPicPr>
            <p:cNvPr id="8" name="Grafik 7">
              <a:extLst>
                <a:ext uri="{FF2B5EF4-FFF2-40B4-BE49-F238E27FC236}">
                  <a16:creationId xmlns:a16="http://schemas.microsoft.com/office/drawing/2014/main" id="{FB98C8AA-4EDD-5898-8FF2-24E89A4B650D}"/>
                </a:ext>
              </a:extLst>
            </p:cNvPr>
            <p:cNvPicPr>
              <a:picLocks noChangeAspect="1"/>
            </p:cNvPicPr>
            <p:nvPr/>
          </p:nvPicPr>
          <p:blipFill>
            <a:blip r:embed="rId2"/>
            <a:stretch>
              <a:fillRect/>
            </a:stretch>
          </p:blipFill>
          <p:spPr>
            <a:xfrm>
              <a:off x="5109444" y="1460741"/>
              <a:ext cx="1962946" cy="1388876"/>
            </a:xfrm>
            <a:prstGeom prst="rect">
              <a:avLst/>
            </a:prstGeom>
          </p:spPr>
        </p:pic>
        <p:pic>
          <p:nvPicPr>
            <p:cNvPr id="9" name="Grafik 8">
              <a:extLst>
                <a:ext uri="{FF2B5EF4-FFF2-40B4-BE49-F238E27FC236}">
                  <a16:creationId xmlns:a16="http://schemas.microsoft.com/office/drawing/2014/main" id="{794DAA3B-D3A3-1207-4D3C-B34E3A732AC1}"/>
                </a:ext>
              </a:extLst>
            </p:cNvPr>
            <p:cNvPicPr>
              <a:picLocks noChangeAspect="1"/>
            </p:cNvPicPr>
            <p:nvPr/>
          </p:nvPicPr>
          <p:blipFill>
            <a:blip r:embed="rId3"/>
            <a:stretch>
              <a:fillRect/>
            </a:stretch>
          </p:blipFill>
          <p:spPr>
            <a:xfrm>
              <a:off x="5114527" y="2865521"/>
              <a:ext cx="1962945" cy="809643"/>
            </a:xfrm>
            <a:prstGeom prst="rect">
              <a:avLst/>
            </a:prstGeom>
          </p:spPr>
        </p:pic>
        <p:pic>
          <p:nvPicPr>
            <p:cNvPr id="10" name="Grafik 9">
              <a:extLst>
                <a:ext uri="{FF2B5EF4-FFF2-40B4-BE49-F238E27FC236}">
                  <a16:creationId xmlns:a16="http://schemas.microsoft.com/office/drawing/2014/main" id="{BA3CD8E2-8824-CCDF-670A-BE2FFBE83854}"/>
                </a:ext>
              </a:extLst>
            </p:cNvPr>
            <p:cNvPicPr>
              <a:picLocks noChangeAspect="1"/>
            </p:cNvPicPr>
            <p:nvPr/>
          </p:nvPicPr>
          <p:blipFill>
            <a:blip r:embed="rId4"/>
            <a:stretch>
              <a:fillRect/>
            </a:stretch>
          </p:blipFill>
          <p:spPr>
            <a:xfrm>
              <a:off x="5141702" y="3708221"/>
              <a:ext cx="1962945" cy="616603"/>
            </a:xfrm>
            <a:prstGeom prst="rect">
              <a:avLst/>
            </a:prstGeom>
          </p:spPr>
        </p:pic>
        <p:sp>
          <p:nvSpPr>
            <p:cNvPr id="11" name="Textfeld 10">
              <a:extLst>
                <a:ext uri="{FF2B5EF4-FFF2-40B4-BE49-F238E27FC236}">
                  <a16:creationId xmlns:a16="http://schemas.microsoft.com/office/drawing/2014/main" id="{06033456-51C4-D010-AA5E-5230F391C216}"/>
                </a:ext>
              </a:extLst>
            </p:cNvPr>
            <p:cNvSpPr txBox="1"/>
            <p:nvPr/>
          </p:nvSpPr>
          <p:spPr bwMode="gray">
            <a:xfrm>
              <a:off x="5109444" y="1279060"/>
              <a:ext cx="2047874" cy="3096344"/>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Anforderungen in Gn:</a:t>
              </a:r>
            </a:p>
          </p:txBody>
        </p:sp>
      </p:grpSp>
      <p:grpSp>
        <p:nvGrpSpPr>
          <p:cNvPr id="12" name="Gruppieren 11">
            <a:extLst>
              <a:ext uri="{FF2B5EF4-FFF2-40B4-BE49-F238E27FC236}">
                <a16:creationId xmlns:a16="http://schemas.microsoft.com/office/drawing/2014/main" id="{1C49CC2E-A93A-096B-2E00-E1632BBA5216}"/>
              </a:ext>
            </a:extLst>
          </p:cNvPr>
          <p:cNvGrpSpPr/>
          <p:nvPr/>
        </p:nvGrpSpPr>
        <p:grpSpPr>
          <a:xfrm>
            <a:off x="7224631" y="1060337"/>
            <a:ext cx="4875298" cy="3524370"/>
            <a:chOff x="7224631" y="1060337"/>
            <a:chExt cx="4875298" cy="3524370"/>
          </a:xfrm>
        </p:grpSpPr>
        <p:pic>
          <p:nvPicPr>
            <p:cNvPr id="13" name="Grafik 12">
              <a:extLst>
                <a:ext uri="{FF2B5EF4-FFF2-40B4-BE49-F238E27FC236}">
                  <a16:creationId xmlns:a16="http://schemas.microsoft.com/office/drawing/2014/main" id="{C1DE3F89-06C3-2CEB-1AB7-85A26A40BD87}"/>
                </a:ext>
              </a:extLst>
            </p:cNvPr>
            <p:cNvPicPr>
              <a:picLocks noChangeAspect="1"/>
            </p:cNvPicPr>
            <p:nvPr/>
          </p:nvPicPr>
          <p:blipFill>
            <a:blip r:embed="rId5"/>
            <a:stretch>
              <a:fillRect/>
            </a:stretch>
          </p:blipFill>
          <p:spPr>
            <a:xfrm>
              <a:off x="7297779" y="1231639"/>
              <a:ext cx="4637663" cy="1732094"/>
            </a:xfrm>
            <a:prstGeom prst="rect">
              <a:avLst/>
            </a:prstGeom>
          </p:spPr>
        </p:pic>
        <p:pic>
          <p:nvPicPr>
            <p:cNvPr id="14" name="Grafik 13">
              <a:extLst>
                <a:ext uri="{FF2B5EF4-FFF2-40B4-BE49-F238E27FC236}">
                  <a16:creationId xmlns:a16="http://schemas.microsoft.com/office/drawing/2014/main" id="{75A46962-EF94-BC32-2C42-9EAAC6127374}"/>
                </a:ext>
              </a:extLst>
            </p:cNvPr>
            <p:cNvPicPr>
              <a:picLocks noChangeAspect="1"/>
            </p:cNvPicPr>
            <p:nvPr/>
          </p:nvPicPr>
          <p:blipFill>
            <a:blip r:embed="rId6"/>
            <a:stretch>
              <a:fillRect/>
            </a:stretch>
          </p:blipFill>
          <p:spPr>
            <a:xfrm>
              <a:off x="9302646" y="3016164"/>
              <a:ext cx="2686822" cy="1568543"/>
            </a:xfrm>
            <a:prstGeom prst="rect">
              <a:avLst/>
            </a:prstGeom>
          </p:spPr>
        </p:pic>
        <p:sp>
          <p:nvSpPr>
            <p:cNvPr id="15" name="Textfeld 14">
              <a:extLst>
                <a:ext uri="{FF2B5EF4-FFF2-40B4-BE49-F238E27FC236}">
                  <a16:creationId xmlns:a16="http://schemas.microsoft.com/office/drawing/2014/main" id="{6C8CB666-9F3C-C193-F781-BE862A044407}"/>
                </a:ext>
              </a:extLst>
            </p:cNvPr>
            <p:cNvSpPr txBox="1"/>
            <p:nvPr/>
          </p:nvSpPr>
          <p:spPr bwMode="gray">
            <a:xfrm>
              <a:off x="7224631" y="1060337"/>
              <a:ext cx="4875298" cy="3524369"/>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Funktionen in Gn:</a:t>
              </a:r>
            </a:p>
          </p:txBody>
        </p:sp>
      </p:grpSp>
      <p:grpSp>
        <p:nvGrpSpPr>
          <p:cNvPr id="16" name="Gruppieren 15">
            <a:extLst>
              <a:ext uri="{FF2B5EF4-FFF2-40B4-BE49-F238E27FC236}">
                <a16:creationId xmlns:a16="http://schemas.microsoft.com/office/drawing/2014/main" id="{B8BA92F6-9EB7-1F43-D7D8-03C584298E04}"/>
              </a:ext>
            </a:extLst>
          </p:cNvPr>
          <p:cNvGrpSpPr/>
          <p:nvPr/>
        </p:nvGrpSpPr>
        <p:grpSpPr>
          <a:xfrm>
            <a:off x="202533" y="4689803"/>
            <a:ext cx="11989467" cy="2067341"/>
            <a:chOff x="202533" y="4689803"/>
            <a:chExt cx="11989467" cy="2067341"/>
          </a:xfrm>
        </p:grpSpPr>
        <p:grpSp>
          <p:nvGrpSpPr>
            <p:cNvPr id="17" name="Gruppieren 16">
              <a:extLst>
                <a:ext uri="{FF2B5EF4-FFF2-40B4-BE49-F238E27FC236}">
                  <a16:creationId xmlns:a16="http://schemas.microsoft.com/office/drawing/2014/main" id="{6712D2C1-2E70-448A-56D6-1135D7B9FDB6}"/>
                </a:ext>
              </a:extLst>
            </p:cNvPr>
            <p:cNvGrpSpPr/>
            <p:nvPr/>
          </p:nvGrpSpPr>
          <p:grpSpPr>
            <a:xfrm>
              <a:off x="202533" y="4689803"/>
              <a:ext cx="11989467" cy="2067341"/>
              <a:chOff x="202533" y="4689803"/>
              <a:chExt cx="11989467" cy="2067341"/>
            </a:xfrm>
          </p:grpSpPr>
          <p:pic>
            <p:nvPicPr>
              <p:cNvPr id="19" name="Grafik 18">
                <a:extLst>
                  <a:ext uri="{FF2B5EF4-FFF2-40B4-BE49-F238E27FC236}">
                    <a16:creationId xmlns:a16="http://schemas.microsoft.com/office/drawing/2014/main" id="{C3B16D87-BC72-0F46-D67C-21F46B24312E}"/>
                  </a:ext>
                </a:extLst>
              </p:cNvPr>
              <p:cNvPicPr>
                <a:picLocks noChangeAspect="1"/>
              </p:cNvPicPr>
              <p:nvPr/>
            </p:nvPicPr>
            <p:blipFill>
              <a:blip r:embed="rId7"/>
              <a:stretch>
                <a:fillRect/>
              </a:stretch>
            </p:blipFill>
            <p:spPr>
              <a:xfrm>
                <a:off x="221653" y="4994686"/>
                <a:ext cx="6882994" cy="1732261"/>
              </a:xfrm>
              <a:prstGeom prst="rect">
                <a:avLst/>
              </a:prstGeom>
            </p:spPr>
          </p:pic>
          <p:pic>
            <p:nvPicPr>
              <p:cNvPr id="20" name="Grafik 19">
                <a:extLst>
                  <a:ext uri="{FF2B5EF4-FFF2-40B4-BE49-F238E27FC236}">
                    <a16:creationId xmlns:a16="http://schemas.microsoft.com/office/drawing/2014/main" id="{5E02B2DB-8D16-B355-8B5A-175202B7D0CE}"/>
                  </a:ext>
                </a:extLst>
              </p:cNvPr>
              <p:cNvPicPr>
                <a:picLocks noChangeAspect="1"/>
              </p:cNvPicPr>
              <p:nvPr/>
            </p:nvPicPr>
            <p:blipFill>
              <a:blip r:embed="rId8"/>
              <a:stretch>
                <a:fillRect/>
              </a:stretch>
            </p:blipFill>
            <p:spPr>
              <a:xfrm>
                <a:off x="7561008" y="4904523"/>
                <a:ext cx="4538921" cy="1852621"/>
              </a:xfrm>
              <a:prstGeom prst="rect">
                <a:avLst/>
              </a:prstGeom>
            </p:spPr>
          </p:pic>
          <p:sp>
            <p:nvSpPr>
              <p:cNvPr id="21" name="Textfeld 20">
                <a:extLst>
                  <a:ext uri="{FF2B5EF4-FFF2-40B4-BE49-F238E27FC236}">
                    <a16:creationId xmlns:a16="http://schemas.microsoft.com/office/drawing/2014/main" id="{4711DF93-1D4C-67E6-D594-E8AA9CB82F31}"/>
                  </a:ext>
                </a:extLst>
              </p:cNvPr>
              <p:cNvSpPr txBox="1"/>
              <p:nvPr/>
            </p:nvSpPr>
            <p:spPr bwMode="gray">
              <a:xfrm>
                <a:off x="202533" y="4689803"/>
                <a:ext cx="11989467" cy="2067341"/>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Architektur:		Gn-1:							Gn:</a:t>
                </a:r>
              </a:p>
            </p:txBody>
          </p:sp>
        </p:grpSp>
        <p:sp>
          <p:nvSpPr>
            <p:cNvPr id="18" name="Pfeil: nach rechts 17">
              <a:extLst>
                <a:ext uri="{FF2B5EF4-FFF2-40B4-BE49-F238E27FC236}">
                  <a16:creationId xmlns:a16="http://schemas.microsoft.com/office/drawing/2014/main" id="{1A6DF6AD-F174-C00B-6CF2-710674CEBAAE}"/>
                </a:ext>
              </a:extLst>
            </p:cNvPr>
            <p:cNvSpPr/>
            <p:nvPr/>
          </p:nvSpPr>
          <p:spPr bwMode="gray">
            <a:xfrm>
              <a:off x="7138945" y="5768692"/>
              <a:ext cx="387765" cy="284378"/>
            </a:xfrm>
            <a:prstGeom prst="rightArrow">
              <a:avLst/>
            </a:pr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400" b="1" i="0" u="none" strike="noStrike" kern="1200" cap="none" spc="0" normalizeH="0" baseline="0" noProof="0" dirty="0">
                <a:ln>
                  <a:noFill/>
                </a:ln>
                <a:solidFill>
                  <a:srgbClr val="FFFFFF"/>
                </a:solidFill>
                <a:effectLst/>
                <a:uLnTx/>
                <a:uFillTx/>
                <a:latin typeface="Arial"/>
                <a:ea typeface="+mn-ea"/>
                <a:cs typeface="+mn-cs"/>
              </a:endParaRPr>
            </a:p>
          </p:txBody>
        </p:sp>
      </p:grpSp>
      <p:sp>
        <p:nvSpPr>
          <p:cNvPr id="22" name="Textfeld 21">
            <a:extLst>
              <a:ext uri="{FF2B5EF4-FFF2-40B4-BE49-F238E27FC236}">
                <a16:creationId xmlns:a16="http://schemas.microsoft.com/office/drawing/2014/main" id="{4B30C7CF-C89D-1B19-EAA6-DCB029EB1DF4}"/>
              </a:ext>
            </a:extLst>
          </p:cNvPr>
          <p:cNvSpPr txBox="1"/>
          <p:nvPr/>
        </p:nvSpPr>
        <p:spPr bwMode="gray">
          <a:xfrm>
            <a:off x="10202579" y="245884"/>
            <a:ext cx="1897350" cy="344736"/>
          </a:xfrm>
          <a:prstGeom prst="rect">
            <a:avLst/>
          </a:prstGeom>
          <a:noFill/>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600" b="1" i="0" u="none" strike="noStrike" kern="1200" cap="none" spc="0" normalizeH="0" baseline="0" noProof="0" dirty="0">
                <a:ln>
                  <a:noFill/>
                </a:ln>
                <a:solidFill>
                  <a:srgbClr val="009682"/>
                </a:solidFill>
                <a:effectLst/>
                <a:uLnTx/>
                <a:uFillTx/>
                <a:latin typeface="Arial"/>
                <a:ea typeface="+mn-ea"/>
                <a:cs typeface="+mn-cs"/>
              </a:rPr>
              <a:t>Gn-1 &amp; Gn &amp; Gn</a:t>
            </a:r>
            <a:r>
              <a:rPr lang="de-DE" sz="1600" b="1" dirty="0">
                <a:solidFill>
                  <a:srgbClr val="009682"/>
                </a:solidFill>
                <a:latin typeface="Arial"/>
              </a:rPr>
              <a:t>+</a:t>
            </a:r>
            <a:r>
              <a:rPr kumimoji="0" lang="de-DE" sz="1600" b="1" i="0" u="none" strike="noStrike" kern="1200" cap="none" spc="0" normalizeH="0" baseline="0" noProof="0" dirty="0">
                <a:ln>
                  <a:noFill/>
                </a:ln>
                <a:solidFill>
                  <a:srgbClr val="009682"/>
                </a:solidFill>
                <a:effectLst/>
                <a:uLnTx/>
                <a:uFillTx/>
                <a:latin typeface="Arial"/>
                <a:ea typeface="+mn-ea"/>
                <a:cs typeface="+mn-cs"/>
              </a:rPr>
              <a:t>1</a:t>
            </a:r>
          </a:p>
        </p:txBody>
      </p:sp>
    </p:spTree>
    <p:extLst>
      <p:ext uri="{BB962C8B-B14F-4D97-AF65-F5344CB8AC3E}">
        <p14:creationId xmlns:p14="http://schemas.microsoft.com/office/powerpoint/2010/main" val="659777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A01B4699-794D-F06E-766F-6BDEEC889225}"/>
              </a:ext>
            </a:extLst>
          </p:cNvPr>
          <p:cNvSpPr>
            <a:spLocks noGrp="1"/>
          </p:cNvSpPr>
          <p:nvPr>
            <p:ph idx="1"/>
          </p:nvPr>
        </p:nvSpPr>
        <p:spPr/>
        <p:txBody>
          <a:bodyPr/>
          <a:lstStyle/>
          <a:p>
            <a:r>
              <a:rPr lang="de-DE" b="1" dirty="0"/>
              <a:t>Ausgangssituation:</a:t>
            </a:r>
          </a:p>
          <a:p>
            <a:r>
              <a:rPr lang="de-DE" dirty="0"/>
              <a:t>Ausgehend von </a:t>
            </a:r>
            <a:r>
              <a:rPr lang="de-DE" b="1" dirty="0"/>
              <a:t>Gn (ABS)</a:t>
            </a:r>
            <a:r>
              <a:rPr lang="de-DE" dirty="0"/>
              <a:t> wird die nächste Generation </a:t>
            </a:r>
            <a:r>
              <a:rPr lang="de-DE" b="1" dirty="0"/>
              <a:t>Gn+1</a:t>
            </a:r>
            <a:r>
              <a:rPr lang="de-DE" dirty="0"/>
              <a:t> mit rekuperativem Bremsen entwickelt.</a:t>
            </a:r>
          </a:p>
        </p:txBody>
      </p:sp>
      <p:sp>
        <p:nvSpPr>
          <p:cNvPr id="3" name="Foliennummernplatzhalter 2">
            <a:extLst>
              <a:ext uri="{FF2B5EF4-FFF2-40B4-BE49-F238E27FC236}">
                <a16:creationId xmlns:a16="http://schemas.microsoft.com/office/drawing/2014/main" id="{010FBC7D-37A9-E728-7783-C988B20CD3D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406606D8-4414-55FA-4AA5-C455A9778016}"/>
              </a:ext>
            </a:extLst>
          </p:cNvPr>
          <p:cNvSpPr>
            <a:spLocks noGrp="1"/>
          </p:cNvSpPr>
          <p:nvPr>
            <p:ph type="body" sz="quarter" idx="13"/>
          </p:nvPr>
        </p:nvSpPr>
        <p:spPr/>
        <p:txBody>
          <a:bodyPr/>
          <a:lstStyle/>
          <a:p>
            <a:r>
              <a:rPr lang="de-DE" dirty="0"/>
              <a:t>2) Wechsel von Gn zu Gn+1 – Einführung rekuperativen Bremsens</a:t>
            </a:r>
          </a:p>
        </p:txBody>
      </p:sp>
      <p:sp>
        <p:nvSpPr>
          <p:cNvPr id="5" name="Titel 4">
            <a:extLst>
              <a:ext uri="{FF2B5EF4-FFF2-40B4-BE49-F238E27FC236}">
                <a16:creationId xmlns:a16="http://schemas.microsoft.com/office/drawing/2014/main" id="{E35CB23A-B61A-35E7-94AC-3109AE810918}"/>
              </a:ext>
            </a:extLst>
          </p:cNvPr>
          <p:cNvSpPr>
            <a:spLocks noGrp="1"/>
          </p:cNvSpPr>
          <p:nvPr>
            <p:ph type="title"/>
          </p:nvPr>
        </p:nvSpPr>
        <p:spPr/>
        <p:txBody>
          <a:bodyPr/>
          <a:lstStyle/>
          <a:p>
            <a:r>
              <a:rPr lang="de-DE" dirty="0"/>
              <a:t>Case Study 2: Änderungen der Bremssystemgenerationen</a:t>
            </a:r>
          </a:p>
        </p:txBody>
      </p:sp>
      <p:graphicFrame>
        <p:nvGraphicFramePr>
          <p:cNvPr id="7" name="Tabelle 6">
            <a:extLst>
              <a:ext uri="{FF2B5EF4-FFF2-40B4-BE49-F238E27FC236}">
                <a16:creationId xmlns:a16="http://schemas.microsoft.com/office/drawing/2014/main" id="{7521DEBF-7BFB-6A97-4AC8-064A1B548767}"/>
              </a:ext>
            </a:extLst>
          </p:cNvPr>
          <p:cNvGraphicFramePr>
            <a:graphicFrameLocks noGrp="1"/>
          </p:cNvGraphicFramePr>
          <p:nvPr>
            <p:extLst>
              <p:ext uri="{D42A27DB-BD31-4B8C-83A1-F6EECF244321}">
                <p14:modId xmlns:p14="http://schemas.microsoft.com/office/powerpoint/2010/main" val="1672657419"/>
              </p:ext>
            </p:extLst>
          </p:nvPr>
        </p:nvGraphicFramePr>
        <p:xfrm>
          <a:off x="533400" y="2631056"/>
          <a:ext cx="11125200" cy="3225047"/>
        </p:xfrm>
        <a:graphic>
          <a:graphicData uri="http://schemas.openxmlformats.org/drawingml/2006/table">
            <a:tbl>
              <a:tblPr/>
              <a:tblGrid>
                <a:gridCol w="751936">
                  <a:extLst>
                    <a:ext uri="{9D8B030D-6E8A-4147-A177-3AD203B41FA5}">
                      <a16:colId xmlns:a16="http://schemas.microsoft.com/office/drawing/2014/main" val="3723717766"/>
                    </a:ext>
                  </a:extLst>
                </a:gridCol>
                <a:gridCol w="1639019">
                  <a:extLst>
                    <a:ext uri="{9D8B030D-6E8A-4147-A177-3AD203B41FA5}">
                      <a16:colId xmlns:a16="http://schemas.microsoft.com/office/drawing/2014/main" val="633913345"/>
                    </a:ext>
                  </a:extLst>
                </a:gridCol>
                <a:gridCol w="5952945">
                  <a:extLst>
                    <a:ext uri="{9D8B030D-6E8A-4147-A177-3AD203B41FA5}">
                      <a16:colId xmlns:a16="http://schemas.microsoft.com/office/drawing/2014/main" val="3257606207"/>
                    </a:ext>
                  </a:extLst>
                </a:gridCol>
                <a:gridCol w="2781300">
                  <a:extLst>
                    <a:ext uri="{9D8B030D-6E8A-4147-A177-3AD203B41FA5}">
                      <a16:colId xmlns:a16="http://schemas.microsoft.com/office/drawing/2014/main" val="1737324217"/>
                    </a:ext>
                  </a:extLst>
                </a:gridCol>
              </a:tblGrid>
              <a:tr h="214545">
                <a:tc>
                  <a:txBody>
                    <a:bodyPr/>
                    <a:lstStyle/>
                    <a:p>
                      <a:r>
                        <a:rPr lang="de-DE" sz="1100"/>
                        <a:t>Schritt</a:t>
                      </a:r>
                    </a:p>
                  </a:txBody>
                  <a:tcPr marL="44586" marR="44586" marT="22293" marB="22293">
                    <a:lnL>
                      <a:noFill/>
                    </a:lnL>
                    <a:lnR>
                      <a:noFill/>
                    </a:lnR>
                    <a:lnT>
                      <a:noFill/>
                    </a:lnT>
                    <a:lnB>
                      <a:noFill/>
                    </a:lnB>
                    <a:noFill/>
                  </a:tcPr>
                </a:tc>
                <a:tc>
                  <a:txBody>
                    <a:bodyPr/>
                    <a:lstStyle/>
                    <a:p>
                      <a:r>
                        <a:rPr lang="de-DE" sz="1100"/>
                        <a:t>Stakeholder</a:t>
                      </a:r>
                    </a:p>
                  </a:txBody>
                  <a:tcPr marL="44586" marR="44586" marT="22293" marB="22293">
                    <a:lnL>
                      <a:noFill/>
                    </a:lnL>
                    <a:lnR>
                      <a:noFill/>
                    </a:lnR>
                    <a:lnT>
                      <a:noFill/>
                    </a:lnT>
                    <a:lnB>
                      <a:noFill/>
                    </a:lnB>
                    <a:noFill/>
                  </a:tcPr>
                </a:tc>
                <a:tc>
                  <a:txBody>
                    <a:bodyPr/>
                    <a:lstStyle/>
                    <a:p>
                      <a:r>
                        <a:rPr lang="de-DE" sz="1100" dirty="0"/>
                        <a:t>Aktion</a:t>
                      </a:r>
                    </a:p>
                  </a:txBody>
                  <a:tcPr marL="44586" marR="44586" marT="22293" marB="22293">
                    <a:lnL>
                      <a:noFill/>
                    </a:lnL>
                    <a:lnR>
                      <a:noFill/>
                    </a:lnR>
                    <a:lnT>
                      <a:noFill/>
                    </a:lnT>
                    <a:lnB>
                      <a:noFill/>
                    </a:lnB>
                    <a:noFill/>
                  </a:tcPr>
                </a:tc>
                <a:tc>
                  <a:txBody>
                    <a:bodyPr/>
                    <a:lstStyle/>
                    <a:p>
                      <a:r>
                        <a:rPr lang="de-DE" sz="1100"/>
                        <a:t>Betroffenes Modell / Artefakt</a:t>
                      </a:r>
                    </a:p>
                  </a:txBody>
                  <a:tcPr marL="44586" marR="44586" marT="22293" marB="22293">
                    <a:lnL>
                      <a:noFill/>
                    </a:lnL>
                    <a:lnR>
                      <a:noFill/>
                    </a:lnR>
                    <a:lnT>
                      <a:noFill/>
                    </a:lnT>
                    <a:lnB>
                      <a:noFill/>
                    </a:lnB>
                    <a:noFill/>
                  </a:tcPr>
                </a:tc>
                <a:extLst>
                  <a:ext uri="{0D108BD9-81ED-4DB2-BD59-A6C34878D82A}">
                    <a16:rowId xmlns:a16="http://schemas.microsoft.com/office/drawing/2014/main" val="2294531331"/>
                  </a:ext>
                </a:extLst>
              </a:tr>
              <a:tr h="583645">
                <a:tc>
                  <a:txBody>
                    <a:bodyPr/>
                    <a:lstStyle/>
                    <a:p>
                      <a:r>
                        <a:rPr lang="de-DE" sz="1100"/>
                        <a:t>6</a:t>
                      </a:r>
                    </a:p>
                  </a:txBody>
                  <a:tcPr marL="44586" marR="44586" marT="22293" marB="22293">
                    <a:lnL>
                      <a:noFill/>
                    </a:lnL>
                    <a:lnR>
                      <a:noFill/>
                    </a:lnR>
                    <a:lnT>
                      <a:noFill/>
                    </a:lnT>
                    <a:lnB>
                      <a:noFill/>
                    </a:lnB>
                    <a:noFill/>
                  </a:tcPr>
                </a:tc>
                <a:tc>
                  <a:txBody>
                    <a:bodyPr/>
                    <a:lstStyle/>
                    <a:p>
                      <a:r>
                        <a:rPr lang="de-DE" sz="1100"/>
                        <a:t>Projektmanager</a:t>
                      </a:r>
                    </a:p>
                  </a:txBody>
                  <a:tcPr marL="44586" marR="44586" marT="22293" marB="22293">
                    <a:lnL>
                      <a:noFill/>
                    </a:lnL>
                    <a:lnR>
                      <a:noFill/>
                    </a:lnR>
                    <a:lnT>
                      <a:noFill/>
                    </a:lnT>
                    <a:lnB>
                      <a:noFill/>
                    </a:lnB>
                    <a:noFill/>
                  </a:tcPr>
                </a:tc>
                <a:tc>
                  <a:txBody>
                    <a:bodyPr/>
                    <a:lstStyle/>
                    <a:p>
                      <a:r>
                        <a:rPr lang="de-DE" sz="1100" dirty="0"/>
                        <a:t>Entscheidet über die Entwicklung der neuen Bremssystemgeneration Gn+1 mit rekuperativem Bremsen auf Basis der Generation Gn.</a:t>
                      </a:r>
                    </a:p>
                  </a:txBody>
                  <a:tcPr marL="44586" marR="44586" marT="22293" marB="22293">
                    <a:lnL>
                      <a:noFill/>
                    </a:lnL>
                    <a:lnR>
                      <a:noFill/>
                    </a:lnR>
                    <a:lnT>
                      <a:noFill/>
                    </a:lnT>
                    <a:lnB>
                      <a:noFill/>
                    </a:lnB>
                    <a:noFill/>
                  </a:tcPr>
                </a:tc>
                <a:tc>
                  <a:txBody>
                    <a:bodyPr/>
                    <a:lstStyle/>
                    <a:p>
                      <a:r>
                        <a:rPr lang="de-DE" sz="1100"/>
                        <a:t>Produktmodell</a:t>
                      </a:r>
                    </a:p>
                  </a:txBody>
                  <a:tcPr marL="44586" marR="44586" marT="22293" marB="22293">
                    <a:lnL>
                      <a:noFill/>
                    </a:lnL>
                    <a:lnR>
                      <a:noFill/>
                    </a:lnR>
                    <a:lnT>
                      <a:noFill/>
                    </a:lnT>
                    <a:lnB>
                      <a:noFill/>
                    </a:lnB>
                    <a:noFill/>
                  </a:tcPr>
                </a:tc>
                <a:extLst>
                  <a:ext uri="{0D108BD9-81ED-4DB2-BD59-A6C34878D82A}">
                    <a16:rowId xmlns:a16="http://schemas.microsoft.com/office/drawing/2014/main" val="1187490835"/>
                  </a:ext>
                </a:extLst>
              </a:tr>
              <a:tr h="491371">
                <a:tc>
                  <a:txBody>
                    <a:bodyPr/>
                    <a:lstStyle/>
                    <a:p>
                      <a:r>
                        <a:rPr lang="de-DE" sz="1100"/>
                        <a:t>7</a:t>
                      </a:r>
                    </a:p>
                  </a:txBody>
                  <a:tcPr marL="44586" marR="44586" marT="22293" marB="22293">
                    <a:lnL>
                      <a:noFill/>
                    </a:lnL>
                    <a:lnR>
                      <a:noFill/>
                    </a:lnR>
                    <a:lnT>
                      <a:noFill/>
                    </a:lnT>
                    <a:lnB>
                      <a:noFill/>
                    </a:lnB>
                    <a:noFill/>
                  </a:tcPr>
                </a:tc>
                <a:tc>
                  <a:txBody>
                    <a:bodyPr/>
                    <a:lstStyle/>
                    <a:p>
                      <a:r>
                        <a:rPr lang="de-DE" sz="1100"/>
                        <a:t>Produktentwickler</a:t>
                      </a:r>
                    </a:p>
                  </a:txBody>
                  <a:tcPr marL="44586" marR="44586" marT="22293" marB="22293">
                    <a:lnL>
                      <a:noFill/>
                    </a:lnL>
                    <a:lnR>
                      <a:noFill/>
                    </a:lnR>
                    <a:lnT>
                      <a:noFill/>
                    </a:lnT>
                    <a:lnB>
                      <a:noFill/>
                    </a:lnB>
                    <a:noFill/>
                  </a:tcPr>
                </a:tc>
                <a:tc>
                  <a:txBody>
                    <a:bodyPr/>
                    <a:lstStyle/>
                    <a:p>
                      <a:r>
                        <a:rPr lang="de-DE" sz="1100"/>
                        <a:t>Entwickelt die neue Bremssystemgeneration Gn+1 und passt das Produktmodell entsprechend an.</a:t>
                      </a:r>
                    </a:p>
                  </a:txBody>
                  <a:tcPr marL="44586" marR="44586" marT="22293" marB="22293">
                    <a:lnL>
                      <a:noFill/>
                    </a:lnL>
                    <a:lnR>
                      <a:noFill/>
                    </a:lnR>
                    <a:lnT>
                      <a:noFill/>
                    </a:lnT>
                    <a:lnB>
                      <a:noFill/>
                    </a:lnB>
                    <a:noFill/>
                  </a:tcPr>
                </a:tc>
                <a:tc>
                  <a:txBody>
                    <a:bodyPr/>
                    <a:lstStyle/>
                    <a:p>
                      <a:r>
                        <a:rPr lang="de-DE" sz="1100"/>
                        <a:t>Produktmodell</a:t>
                      </a:r>
                    </a:p>
                  </a:txBody>
                  <a:tcPr marL="44586" marR="44586" marT="22293" marB="22293">
                    <a:lnL>
                      <a:noFill/>
                    </a:lnL>
                    <a:lnR>
                      <a:noFill/>
                    </a:lnR>
                    <a:lnT>
                      <a:noFill/>
                    </a:lnT>
                    <a:lnB>
                      <a:noFill/>
                    </a:lnB>
                    <a:noFill/>
                  </a:tcPr>
                </a:tc>
                <a:extLst>
                  <a:ext uri="{0D108BD9-81ED-4DB2-BD59-A6C34878D82A}">
                    <a16:rowId xmlns:a16="http://schemas.microsoft.com/office/drawing/2014/main" val="1652592857"/>
                  </a:ext>
                </a:extLst>
              </a:tr>
              <a:tr h="583645">
                <a:tc>
                  <a:txBody>
                    <a:bodyPr/>
                    <a:lstStyle/>
                    <a:p>
                      <a:r>
                        <a:rPr lang="de-DE" sz="1100"/>
                        <a:t>8</a:t>
                      </a:r>
                    </a:p>
                  </a:txBody>
                  <a:tcPr marL="44586" marR="44586" marT="22293" marB="22293">
                    <a:lnL>
                      <a:noFill/>
                    </a:lnL>
                    <a:lnR>
                      <a:noFill/>
                    </a:lnR>
                    <a:lnT>
                      <a:noFill/>
                    </a:lnT>
                    <a:lnB>
                      <a:noFill/>
                    </a:lnB>
                    <a:noFill/>
                  </a:tcPr>
                </a:tc>
                <a:tc>
                  <a:txBody>
                    <a:bodyPr/>
                    <a:lstStyle/>
                    <a:p>
                      <a:r>
                        <a:rPr lang="de-DE" sz="1100"/>
                        <a:t>Produktentwickler</a:t>
                      </a:r>
                    </a:p>
                  </a:txBody>
                  <a:tcPr marL="44586" marR="44586" marT="22293" marB="22293">
                    <a:lnL>
                      <a:noFill/>
                    </a:lnL>
                    <a:lnR>
                      <a:noFill/>
                    </a:lnR>
                    <a:lnT>
                      <a:noFill/>
                    </a:lnT>
                    <a:lnB>
                      <a:noFill/>
                    </a:lnB>
                    <a:noFill/>
                  </a:tcPr>
                </a:tc>
                <a:tc>
                  <a:txBody>
                    <a:bodyPr/>
                    <a:lstStyle/>
                    <a:p>
                      <a:r>
                        <a:rPr lang="de-DE" sz="1100"/>
                        <a:t>Ergänzt bzw. verändert Anforderungen, Funktionen und Architekturelemente für das rekuperative Bremsen.</a:t>
                      </a:r>
                    </a:p>
                  </a:txBody>
                  <a:tcPr marL="44586" marR="44586" marT="22293" marB="22293">
                    <a:lnL>
                      <a:noFill/>
                    </a:lnL>
                    <a:lnR>
                      <a:noFill/>
                    </a:lnR>
                    <a:lnT>
                      <a:noFill/>
                    </a:lnT>
                    <a:lnB>
                      <a:noFill/>
                    </a:lnB>
                    <a:noFill/>
                  </a:tcPr>
                </a:tc>
                <a:tc>
                  <a:txBody>
                    <a:bodyPr/>
                    <a:lstStyle/>
                    <a:p>
                      <a:r>
                        <a:rPr lang="de-DE" sz="1100"/>
                        <a:t>Produktmodell</a:t>
                      </a:r>
                    </a:p>
                  </a:txBody>
                  <a:tcPr marL="44586" marR="44586" marT="22293" marB="22293">
                    <a:lnL>
                      <a:noFill/>
                    </a:lnL>
                    <a:lnR>
                      <a:noFill/>
                    </a:lnR>
                    <a:lnT>
                      <a:noFill/>
                    </a:lnT>
                    <a:lnB>
                      <a:noFill/>
                    </a:lnB>
                    <a:noFill/>
                  </a:tcPr>
                </a:tc>
                <a:extLst>
                  <a:ext uri="{0D108BD9-81ED-4DB2-BD59-A6C34878D82A}">
                    <a16:rowId xmlns:a16="http://schemas.microsoft.com/office/drawing/2014/main" val="600903582"/>
                  </a:ext>
                </a:extLst>
              </a:tr>
              <a:tr h="768196">
                <a:tc>
                  <a:txBody>
                    <a:bodyPr/>
                    <a:lstStyle/>
                    <a:p>
                      <a:r>
                        <a:rPr lang="de-DE" sz="1100"/>
                        <a:t>9</a:t>
                      </a:r>
                    </a:p>
                  </a:txBody>
                  <a:tcPr marL="44586" marR="44586" marT="22293" marB="22293">
                    <a:lnL>
                      <a:noFill/>
                    </a:lnL>
                    <a:lnR>
                      <a:noFill/>
                    </a:lnR>
                    <a:lnT>
                      <a:noFill/>
                    </a:lnT>
                    <a:lnB>
                      <a:noFill/>
                    </a:lnB>
                    <a:noFill/>
                  </a:tcPr>
                </a:tc>
                <a:tc>
                  <a:txBody>
                    <a:bodyPr/>
                    <a:lstStyle/>
                    <a:p>
                      <a:r>
                        <a:rPr lang="de-DE" sz="1100"/>
                        <a:t>Vitruvius</a:t>
                      </a:r>
                    </a:p>
                  </a:txBody>
                  <a:tcPr marL="44586" marR="44586" marT="22293" marB="22293">
                    <a:lnL>
                      <a:noFill/>
                    </a:lnL>
                    <a:lnR>
                      <a:noFill/>
                    </a:lnR>
                    <a:lnT>
                      <a:noFill/>
                    </a:lnT>
                    <a:lnB>
                      <a:noFill/>
                    </a:lnB>
                    <a:noFill/>
                  </a:tcPr>
                </a:tc>
                <a:tc>
                  <a:txBody>
                    <a:bodyPr/>
                    <a:lstStyle/>
                    <a:p>
                      <a:r>
                        <a:rPr lang="de-DE" sz="1100"/>
                        <a:t>Erkennt die Änderungen von Gn zu Gn+1 und bestimmt über die Consistency Preservation Rules die davon betroffenen Elemente im Validierungsumgebungsmodell.</a:t>
                      </a:r>
                    </a:p>
                  </a:txBody>
                  <a:tcPr marL="44586" marR="44586" marT="22293" marB="22293">
                    <a:lnL>
                      <a:noFill/>
                    </a:lnL>
                    <a:lnR>
                      <a:noFill/>
                    </a:lnR>
                    <a:lnT>
                      <a:noFill/>
                    </a:lnT>
                    <a:lnB>
                      <a:noFill/>
                    </a:lnB>
                    <a:noFill/>
                  </a:tcPr>
                </a:tc>
                <a:tc>
                  <a:txBody>
                    <a:bodyPr/>
                    <a:lstStyle/>
                    <a:p>
                      <a:r>
                        <a:rPr lang="de-DE" sz="1100"/>
                        <a:t>Produktmodell, Validierungsumgebungsmodell</a:t>
                      </a:r>
                    </a:p>
                  </a:txBody>
                  <a:tcPr marL="44586" marR="44586" marT="22293" marB="22293">
                    <a:lnL>
                      <a:noFill/>
                    </a:lnL>
                    <a:lnR>
                      <a:noFill/>
                    </a:lnR>
                    <a:lnT>
                      <a:noFill/>
                    </a:lnT>
                    <a:lnB>
                      <a:noFill/>
                    </a:lnB>
                    <a:noFill/>
                  </a:tcPr>
                </a:tc>
                <a:extLst>
                  <a:ext uri="{0D108BD9-81ED-4DB2-BD59-A6C34878D82A}">
                    <a16:rowId xmlns:a16="http://schemas.microsoft.com/office/drawing/2014/main" val="3177737735"/>
                  </a:ext>
                </a:extLst>
              </a:tr>
              <a:tr h="583645">
                <a:tc>
                  <a:txBody>
                    <a:bodyPr/>
                    <a:lstStyle/>
                    <a:p>
                      <a:r>
                        <a:rPr lang="de-DE" sz="1100"/>
                        <a:t>10</a:t>
                      </a:r>
                    </a:p>
                  </a:txBody>
                  <a:tcPr marL="44586" marR="44586" marT="22293" marB="22293">
                    <a:lnL>
                      <a:noFill/>
                    </a:lnL>
                    <a:lnR>
                      <a:noFill/>
                    </a:lnR>
                    <a:lnT>
                      <a:noFill/>
                    </a:lnT>
                    <a:lnB>
                      <a:noFill/>
                    </a:lnB>
                    <a:noFill/>
                  </a:tcPr>
                </a:tc>
                <a:tc>
                  <a:txBody>
                    <a:bodyPr/>
                    <a:lstStyle/>
                    <a:p>
                      <a:r>
                        <a:rPr lang="de-DE" sz="1100"/>
                        <a:t>Validierungsingenieur</a:t>
                      </a:r>
                    </a:p>
                  </a:txBody>
                  <a:tcPr marL="44586" marR="44586" marT="22293" marB="22293">
                    <a:lnL>
                      <a:noFill/>
                    </a:lnL>
                    <a:lnR>
                      <a:noFill/>
                    </a:lnR>
                    <a:lnT>
                      <a:noFill/>
                    </a:lnT>
                    <a:lnB>
                      <a:noFill/>
                    </a:lnB>
                    <a:noFill/>
                  </a:tcPr>
                </a:tc>
                <a:tc>
                  <a:txBody>
                    <a:bodyPr/>
                    <a:lstStyle/>
                    <a:p>
                      <a:r>
                        <a:rPr lang="de-DE" sz="1100"/>
                        <a:t>Passt das Validierungsumgebungsmodell entsprechend den Änderungen der Produktgeneration Gn+1 an.</a:t>
                      </a:r>
                    </a:p>
                  </a:txBody>
                  <a:tcPr marL="44586" marR="44586" marT="22293" marB="22293">
                    <a:lnL>
                      <a:noFill/>
                    </a:lnL>
                    <a:lnR>
                      <a:noFill/>
                    </a:lnR>
                    <a:lnT>
                      <a:noFill/>
                    </a:lnT>
                    <a:lnB>
                      <a:noFill/>
                    </a:lnB>
                    <a:noFill/>
                  </a:tcPr>
                </a:tc>
                <a:tc>
                  <a:txBody>
                    <a:bodyPr/>
                    <a:lstStyle/>
                    <a:p>
                      <a:r>
                        <a:rPr lang="de-DE" sz="1100" dirty="0"/>
                        <a:t>Validierungsumgebungsmodell</a:t>
                      </a:r>
                    </a:p>
                  </a:txBody>
                  <a:tcPr marL="44586" marR="44586" marT="22293" marB="22293">
                    <a:lnL>
                      <a:noFill/>
                    </a:lnL>
                    <a:lnR>
                      <a:noFill/>
                    </a:lnR>
                    <a:lnT>
                      <a:noFill/>
                    </a:lnT>
                    <a:lnB>
                      <a:noFill/>
                    </a:lnB>
                    <a:noFill/>
                  </a:tcPr>
                </a:tc>
                <a:extLst>
                  <a:ext uri="{0D108BD9-81ED-4DB2-BD59-A6C34878D82A}">
                    <a16:rowId xmlns:a16="http://schemas.microsoft.com/office/drawing/2014/main" val="217556932"/>
                  </a:ext>
                </a:extLst>
              </a:tr>
            </a:tbl>
          </a:graphicData>
        </a:graphic>
      </p:graphicFrame>
    </p:spTree>
    <p:extLst>
      <p:ext uri="{BB962C8B-B14F-4D97-AF65-F5344CB8AC3E}">
        <p14:creationId xmlns:p14="http://schemas.microsoft.com/office/powerpoint/2010/main" val="1887068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A01B4699-794D-F06E-766F-6BDEEC889225}"/>
              </a:ext>
            </a:extLst>
          </p:cNvPr>
          <p:cNvSpPr>
            <a:spLocks noGrp="1"/>
          </p:cNvSpPr>
          <p:nvPr>
            <p:ph idx="1"/>
          </p:nvPr>
        </p:nvSpPr>
        <p:spPr>
          <a:xfrm>
            <a:off x="533400" y="1583512"/>
            <a:ext cx="3305238" cy="2569123"/>
          </a:xfrm>
        </p:spPr>
        <p:txBody>
          <a:bodyPr/>
          <a:lstStyle/>
          <a:p>
            <a:r>
              <a:rPr lang="de-DE" sz="900" b="1" dirty="0"/>
              <a:t>Änderungen im Produktmodell</a:t>
            </a:r>
          </a:p>
          <a:p>
            <a:r>
              <a:rPr lang="de-DE" sz="900" b="1" dirty="0"/>
              <a:t>Änderung des SuI</a:t>
            </a:r>
            <a:endParaRPr lang="de-DE" sz="900" dirty="0"/>
          </a:p>
          <a:p>
            <a:r>
              <a:rPr lang="de-DE" sz="900" dirty="0"/>
              <a:t>Durch die Einführung des rekuperativen Bremsens verändert sich das relevante Bremssystem bzw. der für die Validierung betrachtete SuI.</a:t>
            </a:r>
          </a:p>
          <a:p>
            <a:r>
              <a:rPr lang="de-DE" sz="900" dirty="0"/>
              <a:t>Je nach Validierungsziel werden dadurch zusätzliche Komponenten relevant, beispielsweise:</a:t>
            </a:r>
          </a:p>
          <a:p>
            <a:pPr marL="285750" indent="-285750">
              <a:buFont typeface="Arial" panose="020B0604020202020204" pitchFamily="34" charset="0"/>
              <a:buChar char="•"/>
            </a:pPr>
            <a:r>
              <a:rPr lang="de-DE" sz="900" dirty="0"/>
              <a:t>Elektrische Maschine </a:t>
            </a:r>
          </a:p>
          <a:p>
            <a:pPr marL="285750" indent="-285750">
              <a:buFont typeface="Arial" panose="020B0604020202020204" pitchFamily="34" charset="0"/>
              <a:buChar char="•"/>
            </a:pPr>
            <a:r>
              <a:rPr lang="de-DE" sz="900" dirty="0"/>
              <a:t>Batterie </a:t>
            </a:r>
          </a:p>
          <a:p>
            <a:pPr marL="285750" indent="-285750">
              <a:buFont typeface="Arial" panose="020B0604020202020204" pitchFamily="34" charset="0"/>
              <a:buChar char="•"/>
            </a:pPr>
            <a:r>
              <a:rPr lang="de-DE" sz="900" dirty="0"/>
              <a:t>Wechselrichter </a:t>
            </a:r>
          </a:p>
          <a:p>
            <a:pPr marL="285750" indent="-285750">
              <a:buFont typeface="Arial" panose="020B0604020202020204" pitchFamily="34" charset="0"/>
              <a:buChar char="•"/>
            </a:pPr>
            <a:r>
              <a:rPr lang="de-DE" sz="900" dirty="0"/>
              <a:t>Motor-Controller </a:t>
            </a:r>
          </a:p>
          <a:p>
            <a:pPr marL="285750" indent="-285750">
              <a:buFont typeface="Arial" panose="020B0604020202020204" pitchFamily="34" charset="0"/>
              <a:buChar char="•"/>
            </a:pPr>
            <a:r>
              <a:rPr lang="de-DE" sz="900" dirty="0"/>
              <a:t>erweitertes Steuergerät </a:t>
            </a:r>
          </a:p>
        </p:txBody>
      </p:sp>
      <p:sp>
        <p:nvSpPr>
          <p:cNvPr id="3" name="Foliennummernplatzhalter 2">
            <a:extLst>
              <a:ext uri="{FF2B5EF4-FFF2-40B4-BE49-F238E27FC236}">
                <a16:creationId xmlns:a16="http://schemas.microsoft.com/office/drawing/2014/main" id="{010FBC7D-37A9-E728-7783-C988B20CD3D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406606D8-4414-55FA-4AA5-C455A9778016}"/>
              </a:ext>
            </a:extLst>
          </p:cNvPr>
          <p:cNvSpPr>
            <a:spLocks noGrp="1"/>
          </p:cNvSpPr>
          <p:nvPr>
            <p:ph type="body" sz="quarter" idx="13"/>
          </p:nvPr>
        </p:nvSpPr>
        <p:spPr/>
        <p:txBody>
          <a:bodyPr/>
          <a:lstStyle/>
          <a:p>
            <a:r>
              <a:rPr lang="de-DE" dirty="0"/>
              <a:t>2) Wechsel von Gn zu Gn+1 – Einführung rekuperativen Bremsens – Produktmodell </a:t>
            </a:r>
          </a:p>
        </p:txBody>
      </p:sp>
      <p:sp>
        <p:nvSpPr>
          <p:cNvPr id="5" name="Titel 4">
            <a:extLst>
              <a:ext uri="{FF2B5EF4-FFF2-40B4-BE49-F238E27FC236}">
                <a16:creationId xmlns:a16="http://schemas.microsoft.com/office/drawing/2014/main" id="{E35CB23A-B61A-35E7-94AC-3109AE810918}"/>
              </a:ext>
            </a:extLst>
          </p:cNvPr>
          <p:cNvSpPr>
            <a:spLocks noGrp="1"/>
          </p:cNvSpPr>
          <p:nvPr>
            <p:ph type="title"/>
          </p:nvPr>
        </p:nvSpPr>
        <p:spPr/>
        <p:txBody>
          <a:bodyPr/>
          <a:lstStyle/>
          <a:p>
            <a:r>
              <a:rPr lang="de-DE" dirty="0"/>
              <a:t>Case Study 2: Änderungen der Bremssystemgenerationen</a:t>
            </a:r>
          </a:p>
        </p:txBody>
      </p:sp>
      <p:grpSp>
        <p:nvGrpSpPr>
          <p:cNvPr id="14" name="Gruppieren 13">
            <a:extLst>
              <a:ext uri="{FF2B5EF4-FFF2-40B4-BE49-F238E27FC236}">
                <a16:creationId xmlns:a16="http://schemas.microsoft.com/office/drawing/2014/main" id="{AF6035A8-6A6C-78FA-4B6E-49FA17579201}"/>
              </a:ext>
            </a:extLst>
          </p:cNvPr>
          <p:cNvGrpSpPr/>
          <p:nvPr/>
        </p:nvGrpSpPr>
        <p:grpSpPr>
          <a:xfrm>
            <a:off x="3833403" y="1148370"/>
            <a:ext cx="3396072" cy="2770953"/>
            <a:chOff x="3833403" y="1148370"/>
            <a:chExt cx="3396072" cy="2770953"/>
          </a:xfrm>
        </p:grpSpPr>
        <p:sp>
          <p:nvSpPr>
            <p:cNvPr id="6" name="Textfeld 5">
              <a:extLst>
                <a:ext uri="{FF2B5EF4-FFF2-40B4-BE49-F238E27FC236}">
                  <a16:creationId xmlns:a16="http://schemas.microsoft.com/office/drawing/2014/main" id="{44777B01-CF67-9E8C-AF2C-C9EDF3FCFB2F}"/>
                </a:ext>
              </a:extLst>
            </p:cNvPr>
            <p:cNvSpPr txBox="1"/>
            <p:nvPr/>
          </p:nvSpPr>
          <p:spPr bwMode="gray">
            <a:xfrm>
              <a:off x="3833403" y="1148370"/>
              <a:ext cx="3396072" cy="2770953"/>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Anforderungen		Gn+1</a:t>
              </a:r>
            </a:p>
          </p:txBody>
        </p:sp>
        <p:pic>
          <p:nvPicPr>
            <p:cNvPr id="1026" name="Picture 2">
              <a:extLst>
                <a:ext uri="{FF2B5EF4-FFF2-40B4-BE49-F238E27FC236}">
                  <a16:creationId xmlns:a16="http://schemas.microsoft.com/office/drawing/2014/main" id="{6F310CCA-4A24-8515-4679-E71ABB910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8638" y="1341452"/>
              <a:ext cx="3322588" cy="2577871"/>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feld 6">
            <a:extLst>
              <a:ext uri="{FF2B5EF4-FFF2-40B4-BE49-F238E27FC236}">
                <a16:creationId xmlns:a16="http://schemas.microsoft.com/office/drawing/2014/main" id="{AEAE5531-705C-F89B-4E43-6DF79B7A8C1C}"/>
              </a:ext>
            </a:extLst>
          </p:cNvPr>
          <p:cNvSpPr txBox="1"/>
          <p:nvPr/>
        </p:nvSpPr>
        <p:spPr bwMode="gray">
          <a:xfrm>
            <a:off x="11528435" y="183977"/>
            <a:ext cx="663564" cy="344736"/>
          </a:xfrm>
          <a:prstGeom prst="rect">
            <a:avLst/>
          </a:prstGeom>
          <a:noFill/>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2000" b="1" i="0" u="none" strike="noStrike" kern="1200" cap="none" spc="0" normalizeH="0" baseline="0" noProof="0" dirty="0">
                <a:ln>
                  <a:noFill/>
                </a:ln>
                <a:solidFill>
                  <a:srgbClr val="009682"/>
                </a:solidFill>
                <a:effectLst/>
                <a:uLnTx/>
                <a:uFillTx/>
                <a:latin typeface="Arial"/>
                <a:ea typeface="+mn-ea"/>
                <a:cs typeface="+mn-cs"/>
              </a:rPr>
              <a:t>Gn+1</a:t>
            </a:r>
          </a:p>
        </p:txBody>
      </p:sp>
      <p:grpSp>
        <p:nvGrpSpPr>
          <p:cNvPr id="15" name="Gruppieren 14">
            <a:extLst>
              <a:ext uri="{FF2B5EF4-FFF2-40B4-BE49-F238E27FC236}">
                <a16:creationId xmlns:a16="http://schemas.microsoft.com/office/drawing/2014/main" id="{6865454B-6452-7923-627B-FB311159EFE7}"/>
              </a:ext>
            </a:extLst>
          </p:cNvPr>
          <p:cNvGrpSpPr/>
          <p:nvPr/>
        </p:nvGrpSpPr>
        <p:grpSpPr>
          <a:xfrm>
            <a:off x="7318337" y="1244910"/>
            <a:ext cx="4873662" cy="2674413"/>
            <a:chOff x="7318337" y="1244910"/>
            <a:chExt cx="4873662" cy="2674413"/>
          </a:xfrm>
        </p:grpSpPr>
        <p:pic>
          <p:nvPicPr>
            <p:cNvPr id="1028" name="Picture 4">
              <a:extLst>
                <a:ext uri="{FF2B5EF4-FFF2-40B4-BE49-F238E27FC236}">
                  <a16:creationId xmlns:a16="http://schemas.microsoft.com/office/drawing/2014/main" id="{D864768A-68F2-E0A1-2F2E-CCD7A447E3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37" y="1915551"/>
              <a:ext cx="4873662" cy="1905043"/>
            </a:xfrm>
            <a:prstGeom prst="rect">
              <a:avLst/>
            </a:prstGeom>
            <a:noFill/>
            <a:extLst>
              <a:ext uri="{909E8E84-426E-40DD-AFC4-6F175D3DCCD1}">
                <a14:hiddenFill xmlns:a14="http://schemas.microsoft.com/office/drawing/2010/main">
                  <a:solidFill>
                    <a:srgbClr val="FFFFFF"/>
                  </a:solidFill>
                </a14:hiddenFill>
              </a:ext>
            </a:extLst>
          </p:spPr>
        </p:pic>
        <p:sp>
          <p:nvSpPr>
            <p:cNvPr id="11" name="Textfeld 10">
              <a:extLst>
                <a:ext uri="{FF2B5EF4-FFF2-40B4-BE49-F238E27FC236}">
                  <a16:creationId xmlns:a16="http://schemas.microsoft.com/office/drawing/2014/main" id="{AD74F15C-84A8-3C7C-2DBF-168D89D12A87}"/>
                </a:ext>
              </a:extLst>
            </p:cNvPr>
            <p:cNvSpPr txBox="1"/>
            <p:nvPr/>
          </p:nvSpPr>
          <p:spPr bwMode="gray">
            <a:xfrm>
              <a:off x="7365962" y="1244910"/>
              <a:ext cx="4711738" cy="2674413"/>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Funktionen		Gn+1</a:t>
              </a:r>
            </a:p>
          </p:txBody>
        </p:sp>
      </p:grpSp>
      <p:grpSp>
        <p:nvGrpSpPr>
          <p:cNvPr id="16" name="Gruppieren 15">
            <a:extLst>
              <a:ext uri="{FF2B5EF4-FFF2-40B4-BE49-F238E27FC236}">
                <a16:creationId xmlns:a16="http://schemas.microsoft.com/office/drawing/2014/main" id="{86B9243D-951C-4A81-3B11-B89A04702F30}"/>
              </a:ext>
            </a:extLst>
          </p:cNvPr>
          <p:cNvGrpSpPr/>
          <p:nvPr/>
        </p:nvGrpSpPr>
        <p:grpSpPr>
          <a:xfrm>
            <a:off x="505578" y="4058397"/>
            <a:ext cx="10902301" cy="2606112"/>
            <a:chOff x="505578" y="4058397"/>
            <a:chExt cx="10902301" cy="2606112"/>
          </a:xfrm>
        </p:grpSpPr>
        <p:pic>
          <p:nvPicPr>
            <p:cNvPr id="1030" name="Picture 6">
              <a:extLst>
                <a:ext uri="{FF2B5EF4-FFF2-40B4-BE49-F238E27FC236}">
                  <a16:creationId xmlns:a16="http://schemas.microsoft.com/office/drawing/2014/main" id="{0C215229-522A-0401-05D5-0A447B03DA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578" y="4223238"/>
              <a:ext cx="6655648" cy="244127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C736B33-9F44-B1FD-4764-90F43CCD1D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8804" y="4543473"/>
              <a:ext cx="4029075" cy="212103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a:extLst>
                <a:ext uri="{FF2B5EF4-FFF2-40B4-BE49-F238E27FC236}">
                  <a16:creationId xmlns:a16="http://schemas.microsoft.com/office/drawing/2014/main" id="{84AD7B44-7035-2970-78E9-84A215DC92C2}"/>
                </a:ext>
              </a:extLst>
            </p:cNvPr>
            <p:cNvSpPr txBox="1"/>
            <p:nvPr/>
          </p:nvSpPr>
          <p:spPr bwMode="gray">
            <a:xfrm>
              <a:off x="505578" y="4058397"/>
              <a:ext cx="10902300" cy="2606112"/>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Architektur		Gn+1</a:t>
              </a:r>
            </a:p>
          </p:txBody>
        </p:sp>
        <mc:AlternateContent xmlns:mc="http://schemas.openxmlformats.org/markup-compatibility/2006" xmlns:p14="http://schemas.microsoft.com/office/powerpoint/2010/main">
          <mc:Choice Requires="p14">
            <p:contentPart p14:bwMode="auto" r:id="rId6">
              <p14:nvContentPartPr>
                <p14:cNvPr id="13" name="Freihand 12">
                  <a:extLst>
                    <a:ext uri="{FF2B5EF4-FFF2-40B4-BE49-F238E27FC236}">
                      <a16:creationId xmlns:a16="http://schemas.microsoft.com/office/drawing/2014/main" id="{DE422261-84B2-413D-83C2-F71535558370}"/>
                    </a:ext>
                  </a:extLst>
                </p14:cNvPr>
                <p14:cNvContentPartPr/>
                <p14:nvPr/>
              </p14:nvContentPartPr>
              <p14:xfrm>
                <a:off x="4867185" y="5598255"/>
                <a:ext cx="2393280" cy="297720"/>
              </p14:xfrm>
            </p:contentPart>
          </mc:Choice>
          <mc:Fallback xmlns="">
            <p:pic>
              <p:nvPicPr>
                <p:cNvPr id="13" name="Freihand 12">
                  <a:extLst>
                    <a:ext uri="{FF2B5EF4-FFF2-40B4-BE49-F238E27FC236}">
                      <a16:creationId xmlns:a16="http://schemas.microsoft.com/office/drawing/2014/main" id="{DE422261-84B2-413D-83C2-F71535558370}"/>
                    </a:ext>
                  </a:extLst>
                </p:cNvPr>
                <p:cNvPicPr/>
                <p:nvPr/>
              </p:nvPicPr>
              <p:blipFill>
                <a:blip r:embed="rId7"/>
                <a:stretch>
                  <a:fillRect/>
                </a:stretch>
              </p:blipFill>
              <p:spPr>
                <a:xfrm>
                  <a:off x="4862865" y="5593935"/>
                  <a:ext cx="2401920" cy="306360"/>
                </a:xfrm>
                <a:prstGeom prst="rect">
                  <a:avLst/>
                </a:prstGeom>
              </p:spPr>
            </p:pic>
          </mc:Fallback>
        </mc:AlternateContent>
      </p:grpSp>
    </p:spTree>
    <p:extLst>
      <p:ext uri="{BB962C8B-B14F-4D97-AF65-F5344CB8AC3E}">
        <p14:creationId xmlns:p14="http://schemas.microsoft.com/office/powerpoint/2010/main" val="3141588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A01B4699-794D-F06E-766F-6BDEEC889225}"/>
              </a:ext>
            </a:extLst>
          </p:cNvPr>
          <p:cNvSpPr>
            <a:spLocks noGrp="1"/>
          </p:cNvSpPr>
          <p:nvPr>
            <p:ph idx="1"/>
          </p:nvPr>
        </p:nvSpPr>
        <p:spPr>
          <a:xfrm>
            <a:off x="533400" y="1583512"/>
            <a:ext cx="2914650" cy="4879624"/>
          </a:xfrm>
        </p:spPr>
        <p:txBody>
          <a:bodyPr/>
          <a:lstStyle/>
          <a:p>
            <a:r>
              <a:rPr lang="de-DE" sz="800" b="1" dirty="0"/>
              <a:t>Änderungen im Validierungsumgebungsmodell</a:t>
            </a:r>
          </a:p>
          <a:p>
            <a:r>
              <a:rPr lang="de-DE" sz="800" dirty="0"/>
              <a:t>Aus der Änderung des SuI und den daraus resultierenden Anforderungen ergeben sich entsprechende Anpassungen der Validierungsumgebung.</a:t>
            </a:r>
          </a:p>
          <a:p>
            <a:endParaRPr lang="de-DE" sz="800" b="1" dirty="0"/>
          </a:p>
          <a:p>
            <a:r>
              <a:rPr lang="de-DE" sz="800" b="1" dirty="0"/>
              <a:t>Anforderungen</a:t>
            </a:r>
          </a:p>
          <a:p>
            <a:pPr marL="171450" indent="-171450">
              <a:buFont typeface="Arial" panose="020B0604020202020204" pitchFamily="34" charset="0"/>
              <a:buChar char="•"/>
            </a:pPr>
            <a:r>
              <a:rPr lang="de-DE" sz="800" dirty="0"/>
              <a:t>Die Produktgeneration Gn+1 mit rekuperativem Bremsen muss entsprechend der relevanten Validierungsziele validierbar sein. </a:t>
            </a:r>
          </a:p>
          <a:p>
            <a:endParaRPr lang="de-DE" sz="800" b="1" dirty="0"/>
          </a:p>
          <a:p>
            <a:r>
              <a:rPr lang="de-DE" sz="800" b="1" dirty="0"/>
              <a:t>Funktionale Erweiterungen</a:t>
            </a:r>
          </a:p>
          <a:p>
            <a:pPr marL="171450" indent="-171450">
              <a:buFont typeface="Arial" panose="020B0604020202020204" pitchFamily="34" charset="0"/>
              <a:buChar char="•"/>
            </a:pPr>
            <a:r>
              <a:rPr lang="de-DE" sz="800" dirty="0"/>
              <a:t>Abbildung des Zusammenspiels zwischen rekuperativem und hydraulischem Bremsen </a:t>
            </a:r>
          </a:p>
          <a:p>
            <a:pPr marL="171450" indent="-171450">
              <a:buFont typeface="Arial" panose="020B0604020202020204" pitchFamily="34" charset="0"/>
              <a:buChar char="•"/>
            </a:pPr>
            <a:r>
              <a:rPr lang="de-DE" sz="800" dirty="0"/>
              <a:t>Berücksichtigung der Aufteilung des erforderlichen Bremsmoments auf rekuperatives und hydraulisches Bremsen </a:t>
            </a:r>
          </a:p>
          <a:p>
            <a:pPr marL="171450" indent="-171450">
              <a:buFont typeface="Arial" panose="020B0604020202020204" pitchFamily="34" charset="0"/>
              <a:buChar char="•"/>
            </a:pPr>
            <a:r>
              <a:rPr lang="de-DE" sz="800" dirty="0"/>
              <a:t>Daraus resultierend: </a:t>
            </a:r>
            <a:r>
              <a:rPr lang="de-DE" sz="800" b="1" dirty="0"/>
              <a:t>Erweiterung der Restfahrzeugsimulation erforderlich</a:t>
            </a:r>
            <a:r>
              <a:rPr lang="de-DE" sz="800" dirty="0"/>
              <a:t> </a:t>
            </a:r>
          </a:p>
          <a:p>
            <a:endParaRPr lang="de-DE" sz="800" b="1" dirty="0"/>
          </a:p>
          <a:p>
            <a:r>
              <a:rPr lang="de-DE" sz="800" b="1" dirty="0"/>
              <a:t>Architekturelle Erweiterungen</a:t>
            </a:r>
          </a:p>
          <a:p>
            <a:pPr marL="171450" indent="-171450">
              <a:buFont typeface="Arial" panose="020B0604020202020204" pitchFamily="34" charset="0"/>
              <a:buChar char="•"/>
            </a:pPr>
            <a:r>
              <a:rPr lang="de-DE" sz="800" dirty="0"/>
              <a:t>Physische Einbindung oder virtuelle Abbildung zusätzlicher Komponenten, z. B.: </a:t>
            </a:r>
          </a:p>
          <a:p>
            <a:pPr marL="441450" lvl="1" indent="-171450">
              <a:buFont typeface="Arial" panose="020B0604020202020204" pitchFamily="34" charset="0"/>
              <a:buChar char="•"/>
            </a:pPr>
            <a:r>
              <a:rPr lang="de-DE" sz="800" dirty="0"/>
              <a:t>elektrische Maschine </a:t>
            </a:r>
          </a:p>
          <a:p>
            <a:pPr marL="441450" lvl="1" indent="-171450">
              <a:buFont typeface="Arial" panose="020B0604020202020204" pitchFamily="34" charset="0"/>
              <a:buChar char="•"/>
            </a:pPr>
            <a:r>
              <a:rPr lang="de-DE" sz="800" dirty="0"/>
              <a:t>Batterie </a:t>
            </a:r>
          </a:p>
          <a:p>
            <a:pPr marL="441450" lvl="1" indent="-171450">
              <a:buFont typeface="Arial" panose="020B0604020202020204" pitchFamily="34" charset="0"/>
              <a:buChar char="•"/>
            </a:pPr>
            <a:r>
              <a:rPr lang="de-DE" sz="800" dirty="0"/>
              <a:t>Wechselrichter </a:t>
            </a:r>
          </a:p>
          <a:p>
            <a:pPr marL="441450" lvl="1" indent="-171450">
              <a:buFont typeface="Arial" panose="020B0604020202020204" pitchFamily="34" charset="0"/>
              <a:buChar char="•"/>
            </a:pPr>
            <a:r>
              <a:rPr lang="de-DE" sz="800" dirty="0"/>
              <a:t>Motor-Controller </a:t>
            </a:r>
          </a:p>
          <a:p>
            <a:pPr marL="441450" lvl="1" indent="-171450">
              <a:buFont typeface="Arial" panose="020B0604020202020204" pitchFamily="34" charset="0"/>
              <a:buChar char="•"/>
            </a:pPr>
            <a:r>
              <a:rPr lang="de-DE" sz="800" dirty="0"/>
              <a:t>erweitertes Steuergerät </a:t>
            </a:r>
          </a:p>
          <a:p>
            <a:pPr marL="171450" indent="-171450">
              <a:buFont typeface="Arial" panose="020B0604020202020204" pitchFamily="34" charset="0"/>
              <a:buChar char="•"/>
            </a:pPr>
            <a:r>
              <a:rPr lang="de-DE" sz="800" dirty="0"/>
              <a:t>Entsprechende neue bzw. angepasste Schnittstellen</a:t>
            </a:r>
          </a:p>
        </p:txBody>
      </p:sp>
      <p:sp>
        <p:nvSpPr>
          <p:cNvPr id="3" name="Foliennummernplatzhalter 2">
            <a:extLst>
              <a:ext uri="{FF2B5EF4-FFF2-40B4-BE49-F238E27FC236}">
                <a16:creationId xmlns:a16="http://schemas.microsoft.com/office/drawing/2014/main" id="{010FBC7D-37A9-E728-7783-C988B20CD3D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406606D8-4414-55FA-4AA5-C455A9778016}"/>
              </a:ext>
            </a:extLst>
          </p:cNvPr>
          <p:cNvSpPr>
            <a:spLocks noGrp="1"/>
          </p:cNvSpPr>
          <p:nvPr>
            <p:ph type="body" sz="quarter" idx="13"/>
          </p:nvPr>
        </p:nvSpPr>
        <p:spPr>
          <a:xfrm>
            <a:off x="521999" y="665795"/>
            <a:ext cx="11460451" cy="345493"/>
          </a:xfrm>
        </p:spPr>
        <p:txBody>
          <a:bodyPr/>
          <a:lstStyle/>
          <a:p>
            <a:r>
              <a:rPr lang="de-DE" sz="2000" dirty="0"/>
              <a:t>2) Wechsel von Gn zu Gn+1 – Einführung rekuperativen Bremsens – Validierungsumgebungsmodell</a:t>
            </a:r>
          </a:p>
        </p:txBody>
      </p:sp>
      <p:sp>
        <p:nvSpPr>
          <p:cNvPr id="5" name="Titel 4">
            <a:extLst>
              <a:ext uri="{FF2B5EF4-FFF2-40B4-BE49-F238E27FC236}">
                <a16:creationId xmlns:a16="http://schemas.microsoft.com/office/drawing/2014/main" id="{E35CB23A-B61A-35E7-94AC-3109AE810918}"/>
              </a:ext>
            </a:extLst>
          </p:cNvPr>
          <p:cNvSpPr>
            <a:spLocks noGrp="1"/>
          </p:cNvSpPr>
          <p:nvPr>
            <p:ph type="title"/>
          </p:nvPr>
        </p:nvSpPr>
        <p:spPr/>
        <p:txBody>
          <a:bodyPr/>
          <a:lstStyle/>
          <a:p>
            <a:r>
              <a:rPr lang="de-DE" dirty="0"/>
              <a:t>Case Study 2: Änderungen der Bremssystemgenerationen</a:t>
            </a:r>
          </a:p>
        </p:txBody>
      </p:sp>
      <p:grpSp>
        <p:nvGrpSpPr>
          <p:cNvPr id="16" name="Gruppieren 15">
            <a:extLst>
              <a:ext uri="{FF2B5EF4-FFF2-40B4-BE49-F238E27FC236}">
                <a16:creationId xmlns:a16="http://schemas.microsoft.com/office/drawing/2014/main" id="{7A131A47-667F-B1BA-A498-24B2F03E4EAF}"/>
              </a:ext>
            </a:extLst>
          </p:cNvPr>
          <p:cNvGrpSpPr/>
          <p:nvPr/>
        </p:nvGrpSpPr>
        <p:grpSpPr>
          <a:xfrm>
            <a:off x="3600451" y="1148370"/>
            <a:ext cx="2529264" cy="4404705"/>
            <a:chOff x="3600451" y="1148370"/>
            <a:chExt cx="2529264" cy="4404705"/>
          </a:xfrm>
        </p:grpSpPr>
        <p:pic>
          <p:nvPicPr>
            <p:cNvPr id="12" name="Grafik 11">
              <a:extLst>
                <a:ext uri="{FF2B5EF4-FFF2-40B4-BE49-F238E27FC236}">
                  <a16:creationId xmlns:a16="http://schemas.microsoft.com/office/drawing/2014/main" id="{16D644D7-B84D-A0D7-A7FC-2897F9D7692E}"/>
                </a:ext>
              </a:extLst>
            </p:cNvPr>
            <p:cNvPicPr>
              <a:picLocks noChangeAspect="1"/>
            </p:cNvPicPr>
            <p:nvPr/>
          </p:nvPicPr>
          <p:blipFill>
            <a:blip r:embed="rId2"/>
            <a:stretch>
              <a:fillRect/>
            </a:stretch>
          </p:blipFill>
          <p:spPr>
            <a:xfrm>
              <a:off x="3685939" y="1421394"/>
              <a:ext cx="2376349" cy="4015211"/>
            </a:xfrm>
            <a:prstGeom prst="rect">
              <a:avLst/>
            </a:prstGeom>
          </p:spPr>
        </p:pic>
        <p:sp>
          <p:nvSpPr>
            <p:cNvPr id="13" name="Textfeld 12">
              <a:extLst>
                <a:ext uri="{FF2B5EF4-FFF2-40B4-BE49-F238E27FC236}">
                  <a16:creationId xmlns:a16="http://schemas.microsoft.com/office/drawing/2014/main" id="{30FC02BD-444C-BDA3-8D9C-B8FEC2836A6D}"/>
                </a:ext>
              </a:extLst>
            </p:cNvPr>
            <p:cNvSpPr txBox="1"/>
            <p:nvPr/>
          </p:nvSpPr>
          <p:spPr bwMode="gray">
            <a:xfrm>
              <a:off x="3600451" y="1148370"/>
              <a:ext cx="2529264" cy="4404705"/>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Anforderungen	Gn+1</a:t>
              </a:r>
            </a:p>
          </p:txBody>
        </p:sp>
      </p:grpSp>
      <p:grpSp>
        <p:nvGrpSpPr>
          <p:cNvPr id="17" name="Gruppieren 16">
            <a:extLst>
              <a:ext uri="{FF2B5EF4-FFF2-40B4-BE49-F238E27FC236}">
                <a16:creationId xmlns:a16="http://schemas.microsoft.com/office/drawing/2014/main" id="{E97C01D1-5205-6229-38B0-F74D70ECD6ED}"/>
              </a:ext>
            </a:extLst>
          </p:cNvPr>
          <p:cNvGrpSpPr/>
          <p:nvPr/>
        </p:nvGrpSpPr>
        <p:grpSpPr>
          <a:xfrm>
            <a:off x="6714352" y="1244911"/>
            <a:ext cx="5363348" cy="2184090"/>
            <a:chOff x="6714352" y="1244911"/>
            <a:chExt cx="5363348" cy="2184090"/>
          </a:xfrm>
        </p:grpSpPr>
        <p:pic>
          <p:nvPicPr>
            <p:cNvPr id="10" name="Grafik 9">
              <a:extLst>
                <a:ext uri="{FF2B5EF4-FFF2-40B4-BE49-F238E27FC236}">
                  <a16:creationId xmlns:a16="http://schemas.microsoft.com/office/drawing/2014/main" id="{99B58D33-CFB0-499B-4313-D897B421F923}"/>
                </a:ext>
              </a:extLst>
            </p:cNvPr>
            <p:cNvPicPr>
              <a:picLocks noChangeAspect="1"/>
            </p:cNvPicPr>
            <p:nvPr/>
          </p:nvPicPr>
          <p:blipFill>
            <a:blip r:embed="rId3"/>
            <a:stretch>
              <a:fillRect/>
            </a:stretch>
          </p:blipFill>
          <p:spPr>
            <a:xfrm>
              <a:off x="6781779" y="1607807"/>
              <a:ext cx="5276531" cy="1654635"/>
            </a:xfrm>
            <a:prstGeom prst="rect">
              <a:avLst/>
            </a:prstGeom>
          </p:spPr>
        </p:pic>
        <p:sp>
          <p:nvSpPr>
            <p:cNvPr id="14" name="Textfeld 13">
              <a:extLst>
                <a:ext uri="{FF2B5EF4-FFF2-40B4-BE49-F238E27FC236}">
                  <a16:creationId xmlns:a16="http://schemas.microsoft.com/office/drawing/2014/main" id="{56B83ECF-BD34-BDFE-D01A-71B62739871B}"/>
                </a:ext>
              </a:extLst>
            </p:cNvPr>
            <p:cNvSpPr txBox="1"/>
            <p:nvPr/>
          </p:nvSpPr>
          <p:spPr bwMode="gray">
            <a:xfrm>
              <a:off x="6714352" y="1244911"/>
              <a:ext cx="5363348" cy="2184090"/>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Funktionen		Gn+1</a:t>
              </a:r>
            </a:p>
          </p:txBody>
        </p:sp>
      </p:grpSp>
      <p:grpSp>
        <p:nvGrpSpPr>
          <p:cNvPr id="18" name="Gruppieren 17">
            <a:extLst>
              <a:ext uri="{FF2B5EF4-FFF2-40B4-BE49-F238E27FC236}">
                <a16:creationId xmlns:a16="http://schemas.microsoft.com/office/drawing/2014/main" id="{FA4FCDFE-F855-FCA2-5871-0177B6713470}"/>
              </a:ext>
            </a:extLst>
          </p:cNvPr>
          <p:cNvGrpSpPr/>
          <p:nvPr/>
        </p:nvGrpSpPr>
        <p:grpSpPr>
          <a:xfrm>
            <a:off x="6282116" y="3791898"/>
            <a:ext cx="5909884" cy="3015084"/>
            <a:chOff x="6282116" y="3791898"/>
            <a:chExt cx="5909884" cy="3015084"/>
          </a:xfrm>
        </p:grpSpPr>
        <p:pic>
          <p:nvPicPr>
            <p:cNvPr id="7" name="Grafik 6">
              <a:extLst>
                <a:ext uri="{FF2B5EF4-FFF2-40B4-BE49-F238E27FC236}">
                  <a16:creationId xmlns:a16="http://schemas.microsoft.com/office/drawing/2014/main" id="{F4528F94-9A2B-8600-87D4-6EFE3AEBC8A0}"/>
                </a:ext>
              </a:extLst>
            </p:cNvPr>
            <p:cNvPicPr>
              <a:picLocks noChangeAspect="1"/>
            </p:cNvPicPr>
            <p:nvPr/>
          </p:nvPicPr>
          <p:blipFill>
            <a:blip r:embed="rId4"/>
            <a:stretch>
              <a:fillRect/>
            </a:stretch>
          </p:blipFill>
          <p:spPr>
            <a:xfrm>
              <a:off x="6300177" y="4023324"/>
              <a:ext cx="5891823" cy="2748586"/>
            </a:xfrm>
            <a:prstGeom prst="rect">
              <a:avLst/>
            </a:prstGeom>
          </p:spPr>
        </p:pic>
        <p:sp>
          <p:nvSpPr>
            <p:cNvPr id="15" name="Textfeld 14">
              <a:extLst>
                <a:ext uri="{FF2B5EF4-FFF2-40B4-BE49-F238E27FC236}">
                  <a16:creationId xmlns:a16="http://schemas.microsoft.com/office/drawing/2014/main" id="{362ED42D-22F9-B41A-3828-8E684F6EB224}"/>
                </a:ext>
              </a:extLst>
            </p:cNvPr>
            <p:cNvSpPr txBox="1"/>
            <p:nvPr/>
          </p:nvSpPr>
          <p:spPr bwMode="gray">
            <a:xfrm>
              <a:off x="6282116" y="3791898"/>
              <a:ext cx="5909884" cy="3015084"/>
            </a:xfrm>
            <a:prstGeom prst="rect">
              <a:avLst/>
            </a:prstGeom>
            <a:noFill/>
            <a:ln w="19050">
              <a:solidFill>
                <a:schemeClr val="accent1"/>
              </a:solidFill>
            </a:ln>
          </p:spPr>
          <p:txBody>
            <a:bodyPr wrap="square" lIns="0" tIns="0" rIns="0" bIns="0" rtlCol="0">
              <a:noAutofit/>
            </a:bodyPr>
            <a:lstStyle/>
            <a:p>
              <a:pPr marL="0" marR="0" lvl="0" indent="0" algn="l" defTabSz="914347" rtl="0" eaLnBrk="1" fontAlgn="auto" latinLnBrk="0" hangingPunct="1">
                <a:lnSpc>
                  <a:spcPct val="110000"/>
                </a:lnSpc>
                <a:spcBef>
                  <a:spcPts val="300"/>
                </a:spcBef>
                <a:spcAft>
                  <a:spcPts val="300"/>
                </a:spcAft>
                <a:buClr>
                  <a:srgbClr val="009682"/>
                </a:buClr>
                <a:buSzPct val="90000"/>
                <a:buFontTx/>
                <a:buNone/>
                <a:tabLst/>
                <a:defRPr/>
              </a:pPr>
              <a:r>
                <a:rPr kumimoji="0" lang="de-DE" sz="1100" b="0" i="0" u="none" strike="noStrike" kern="1200" cap="none" spc="0" normalizeH="0" baseline="0" noProof="0" dirty="0">
                  <a:ln>
                    <a:noFill/>
                  </a:ln>
                  <a:solidFill>
                    <a:srgbClr val="FF0000"/>
                  </a:solidFill>
                  <a:effectLst/>
                  <a:uLnTx/>
                  <a:uFillTx/>
                  <a:latin typeface="Arial"/>
                  <a:ea typeface="+mn-ea"/>
                  <a:cs typeface="+mn-cs"/>
                </a:rPr>
                <a:t>Neue Architektur		Gn+1</a:t>
              </a:r>
            </a:p>
          </p:txBody>
        </p:sp>
      </p:grpSp>
    </p:spTree>
    <p:extLst>
      <p:ext uri="{BB962C8B-B14F-4D97-AF65-F5344CB8AC3E}">
        <p14:creationId xmlns:p14="http://schemas.microsoft.com/office/powerpoint/2010/main" val="1732949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E44E5A47-30F0-F045-8764-66F6B61AB0D8}"/>
              </a:ext>
            </a:extLst>
          </p:cNvPr>
          <p:cNvSpPr>
            <a:spLocks noGrp="1"/>
          </p:cNvSpPr>
          <p:nvPr>
            <p:ph idx="1"/>
          </p:nvPr>
        </p:nvSpPr>
        <p:spPr/>
        <p:txBody>
          <a:bodyPr/>
          <a:lstStyle/>
          <a:p>
            <a:pPr marL="285750" marR="0" indent="-285750">
              <a:spcBef>
                <a:spcPts val="0"/>
              </a:spcBef>
              <a:spcAft>
                <a:spcPts val="0"/>
              </a:spcAft>
              <a:buFont typeface="Arial" panose="020B0604020202020204" pitchFamily="34" charset="0"/>
              <a:buChar char="•"/>
            </a:pPr>
            <a:r>
              <a:rPr lang="de-DE" sz="1800" dirty="0">
                <a:solidFill>
                  <a:srgbClr val="000000"/>
                </a:solidFill>
                <a:effectLst/>
              </a:rPr>
              <a:t>Unterschiedliche Sichten von </a:t>
            </a:r>
            <a:r>
              <a:rPr lang="de-DE" sz="1800" b="1" dirty="0">
                <a:solidFill>
                  <a:schemeClr val="accent1"/>
                </a:solidFill>
                <a:effectLst/>
              </a:rPr>
              <a:t>Produktentwickler</a:t>
            </a:r>
            <a:r>
              <a:rPr lang="de-DE" sz="1800" dirty="0">
                <a:solidFill>
                  <a:srgbClr val="000000"/>
                </a:solidFill>
                <a:effectLst/>
              </a:rPr>
              <a:t> und </a:t>
            </a:r>
            <a:r>
              <a:rPr lang="de-DE" sz="1800" b="1" dirty="0">
                <a:solidFill>
                  <a:schemeClr val="accent1"/>
                </a:solidFill>
                <a:effectLst/>
              </a:rPr>
              <a:t>Entwickler Validierungsumgebung</a:t>
            </a:r>
            <a:br>
              <a:rPr lang="de-DE" sz="1800" b="1" dirty="0">
                <a:solidFill>
                  <a:srgbClr val="000000"/>
                </a:solidFill>
              </a:rPr>
            </a:br>
            <a:r>
              <a:rPr lang="de-DE" sz="1800" b="1" dirty="0">
                <a:solidFill>
                  <a:srgbClr val="000000"/>
                </a:solidFill>
                <a:sym typeface="Wingdings" panose="05000000000000000000" pitchFamily="2" charset="2"/>
              </a:rPr>
              <a:t> </a:t>
            </a:r>
            <a:r>
              <a:rPr lang="de-DE" sz="1800" dirty="0">
                <a:solidFill>
                  <a:srgbClr val="000000"/>
                </a:solidFill>
                <a:effectLst/>
              </a:rPr>
              <a:t>unterschiedliche Sichten auf dieselben Artefakte</a:t>
            </a:r>
            <a:r>
              <a:rPr lang="de-DE" sz="1800" dirty="0">
                <a:solidFill>
                  <a:srgbClr val="000000"/>
                </a:solidFill>
              </a:rPr>
              <a:t>, </a:t>
            </a:r>
            <a:r>
              <a:rPr lang="de-DE" sz="1800" dirty="0">
                <a:solidFill>
                  <a:srgbClr val="000000"/>
                </a:solidFill>
                <a:effectLst/>
              </a:rPr>
              <a:t>Beispiel Fahrzeugbremse: </a:t>
            </a:r>
          </a:p>
          <a:p>
            <a:pPr marL="1143000" lvl="2" indent="-228600" rtl="0" fontAlgn="ctr">
              <a:spcBef>
                <a:spcPts val="0"/>
              </a:spcBef>
              <a:spcAft>
                <a:spcPts val="0"/>
              </a:spcAft>
              <a:buFont typeface="Arial" panose="020B0604020202020204" pitchFamily="34" charset="0"/>
              <a:buChar char="•"/>
            </a:pPr>
            <a:r>
              <a:rPr lang="de-DE" sz="1800" dirty="0">
                <a:solidFill>
                  <a:srgbClr val="000000"/>
                </a:solidFill>
                <a:effectLst/>
              </a:rPr>
              <a:t>Im Fahrzeugmodell existiert die Bremse als Fahrzeugkomponente mit Anforderungen, Funktionen, Architektur</a:t>
            </a:r>
          </a:p>
          <a:p>
            <a:pPr marL="1143000" lvl="2" indent="-228600" rtl="0" fontAlgn="ctr">
              <a:spcBef>
                <a:spcPts val="0"/>
              </a:spcBef>
              <a:spcAft>
                <a:spcPts val="0"/>
              </a:spcAft>
              <a:buFont typeface="Arial" panose="020B0604020202020204" pitchFamily="34" charset="0"/>
              <a:buChar char="•"/>
            </a:pPr>
            <a:r>
              <a:rPr lang="de-DE" sz="1800" dirty="0">
                <a:solidFill>
                  <a:srgbClr val="000000"/>
                </a:solidFill>
                <a:effectLst/>
              </a:rPr>
              <a:t>Im Validierungsumgebungsmodell kann dieselbe Bremse je nach Use Case S</a:t>
            </a:r>
            <a:r>
              <a:rPr lang="de-DE" sz="1800" dirty="0">
                <a:solidFill>
                  <a:srgbClr val="000000"/>
                </a:solidFill>
              </a:rPr>
              <a:t>u</a:t>
            </a:r>
            <a:r>
              <a:rPr lang="de-DE" sz="1800" dirty="0">
                <a:solidFill>
                  <a:srgbClr val="000000"/>
                </a:solidFill>
                <a:effectLst/>
              </a:rPr>
              <a:t>I</a:t>
            </a:r>
            <a:r>
              <a:rPr lang="de-DE" sz="1800" dirty="0">
                <a:solidFill>
                  <a:srgbClr val="000000"/>
                </a:solidFill>
              </a:rPr>
              <a:t>/</a:t>
            </a:r>
            <a:r>
              <a:rPr lang="de-DE" sz="1800" dirty="0">
                <a:solidFill>
                  <a:srgbClr val="000000"/>
                </a:solidFill>
                <a:effectLst/>
              </a:rPr>
              <a:t>SuT, Teil eines Koppelsystems oder </a:t>
            </a:r>
            <a:r>
              <a:rPr lang="de-DE" sz="1800" dirty="0" err="1">
                <a:solidFill>
                  <a:srgbClr val="000000"/>
                </a:solidFill>
                <a:effectLst/>
              </a:rPr>
              <a:t>connected</a:t>
            </a:r>
            <a:r>
              <a:rPr lang="de-DE" sz="1800" dirty="0">
                <a:solidFill>
                  <a:srgbClr val="000000"/>
                </a:solidFill>
                <a:effectLst/>
              </a:rPr>
              <a:t> </a:t>
            </a:r>
            <a:r>
              <a:rPr lang="de-DE" sz="1800" dirty="0" err="1">
                <a:solidFill>
                  <a:srgbClr val="000000"/>
                </a:solidFill>
                <a:effectLst/>
              </a:rPr>
              <a:t>system</a:t>
            </a:r>
            <a:r>
              <a:rPr lang="de-DE" sz="1800" dirty="0">
                <a:solidFill>
                  <a:srgbClr val="000000"/>
                </a:solidFill>
                <a:effectLst/>
              </a:rPr>
              <a:t> sein, wobei sich Anforderungen, Funktionen, Architektur unterscheiden können</a:t>
            </a:r>
          </a:p>
          <a:p>
            <a:pPr marL="930150" indent="-285750" fontAlgn="ctr">
              <a:spcBef>
                <a:spcPts val="0"/>
              </a:spcBef>
              <a:spcAft>
                <a:spcPts val="0"/>
              </a:spcAft>
              <a:buFont typeface="Wingdings" panose="05000000000000000000" pitchFamily="2" charset="2"/>
              <a:buChar char="Ø"/>
            </a:pPr>
            <a:r>
              <a:rPr lang="de-DE" sz="1800" dirty="0">
                <a:solidFill>
                  <a:srgbClr val="000000"/>
                </a:solidFill>
                <a:effectLst/>
              </a:rPr>
              <a:t>Beide Modelle beschreiben dieselben Artefakte, aber aus unterschiedlichen Perspektiven</a:t>
            </a:r>
          </a:p>
          <a:p>
            <a:pPr marL="0" marR="0">
              <a:spcBef>
                <a:spcPts val="0"/>
              </a:spcBef>
              <a:spcAft>
                <a:spcPts val="0"/>
              </a:spcAft>
            </a:pPr>
            <a:r>
              <a:rPr lang="de-DE" sz="1800" dirty="0">
                <a:solidFill>
                  <a:srgbClr val="000000"/>
                </a:solidFill>
                <a:effectLst/>
              </a:rPr>
              <a:t> </a:t>
            </a:r>
          </a:p>
          <a:p>
            <a:pPr marL="285750" marR="0" indent="-285750">
              <a:spcBef>
                <a:spcPts val="0"/>
              </a:spcBef>
              <a:spcAft>
                <a:spcPts val="0"/>
              </a:spcAft>
              <a:buFont typeface="Arial" panose="020B0604020202020204" pitchFamily="34" charset="0"/>
              <a:buChar char="•"/>
            </a:pPr>
            <a:r>
              <a:rPr lang="de-DE" sz="1800" dirty="0">
                <a:solidFill>
                  <a:srgbClr val="000000"/>
                </a:solidFill>
                <a:effectLst/>
              </a:rPr>
              <a:t>Zwei Sichten bzw. Metamodelle für Case Study 2 verwenden: </a:t>
            </a:r>
          </a:p>
          <a:p>
            <a:pPr marL="800100" lvl="1" indent="-342900" rtl="0" fontAlgn="ctr">
              <a:spcBef>
                <a:spcPts val="0"/>
              </a:spcBef>
              <a:spcAft>
                <a:spcPts val="0"/>
              </a:spcAft>
              <a:buFont typeface="+mj-lt"/>
              <a:buAutoNum type="arabicParenR"/>
            </a:pPr>
            <a:r>
              <a:rPr lang="de-DE" sz="1800" b="0" i="0" dirty="0">
                <a:solidFill>
                  <a:srgbClr val="000000"/>
                </a:solidFill>
                <a:effectLst/>
              </a:rPr>
              <a:t>Sicht des Produkt-/Fahrzeugentwicklers. </a:t>
            </a:r>
          </a:p>
          <a:p>
            <a:pPr marL="742950" lvl="1" indent="-285750" rtl="0" fontAlgn="ctr">
              <a:spcBef>
                <a:spcPts val="0"/>
              </a:spcBef>
              <a:spcAft>
                <a:spcPts val="0"/>
              </a:spcAft>
              <a:buFont typeface="+mj-lt"/>
              <a:buAutoNum type="arabicParenR"/>
            </a:pPr>
            <a:r>
              <a:rPr lang="de-DE" sz="1800" b="0" i="0" dirty="0">
                <a:solidFill>
                  <a:srgbClr val="000000"/>
                </a:solidFill>
                <a:effectLst/>
              </a:rPr>
              <a:t>Sicht des Entwicklers Validierungsumgebung</a:t>
            </a:r>
            <a:endParaRPr lang="de-DE" sz="1800" dirty="0">
              <a:solidFill>
                <a:srgbClr val="000000"/>
              </a:solidFill>
            </a:endParaRPr>
          </a:p>
          <a:p>
            <a:pPr marL="472950" indent="-285750" fontAlgn="ctr">
              <a:spcBef>
                <a:spcPts val="0"/>
              </a:spcBef>
              <a:spcAft>
                <a:spcPts val="0"/>
              </a:spcAft>
              <a:buFont typeface="Wingdings" panose="05000000000000000000" pitchFamily="2" charset="2"/>
              <a:buChar char="à"/>
            </a:pPr>
            <a:r>
              <a:rPr lang="de-DE" sz="1800" dirty="0">
                <a:solidFill>
                  <a:srgbClr val="000000"/>
                </a:solidFill>
                <a:effectLst/>
              </a:rPr>
              <a:t>Artefakte/ Elemente sind aber gleich auch wenn unterschiedlich geclustert</a:t>
            </a:r>
          </a:p>
          <a:p>
            <a:pPr marL="187200" fontAlgn="ctr">
              <a:spcBef>
                <a:spcPts val="0"/>
              </a:spcBef>
              <a:spcAft>
                <a:spcPts val="0"/>
              </a:spcAft>
            </a:pPr>
            <a:endParaRPr lang="de-DE" sz="1800" dirty="0">
              <a:solidFill>
                <a:srgbClr val="000000"/>
              </a:solidFill>
            </a:endParaRPr>
          </a:p>
          <a:p>
            <a:pPr marL="187200" fontAlgn="ctr">
              <a:spcBef>
                <a:spcPts val="0"/>
              </a:spcBef>
              <a:spcAft>
                <a:spcPts val="0"/>
              </a:spcAft>
            </a:pPr>
            <a:endParaRPr lang="de-DE" sz="1800" dirty="0">
              <a:solidFill>
                <a:srgbClr val="000000"/>
              </a:solidFill>
            </a:endParaRPr>
          </a:p>
          <a:p>
            <a:pPr marL="472950" indent="-285750" fontAlgn="ctr">
              <a:spcBef>
                <a:spcPts val="0"/>
              </a:spcBef>
              <a:spcAft>
                <a:spcPts val="0"/>
              </a:spcAft>
              <a:buFont typeface="Wingdings" panose="05000000000000000000" pitchFamily="2" charset="2"/>
              <a:buChar char="Ø"/>
            </a:pPr>
            <a:r>
              <a:rPr lang="de-DE" sz="1800" dirty="0">
                <a:solidFill>
                  <a:srgbClr val="000000"/>
                </a:solidFill>
                <a:effectLst/>
              </a:rPr>
              <a:t>Die Konsistenz zwischen diesen beiden Sichten </a:t>
            </a:r>
            <a:r>
              <a:rPr lang="de-DE" sz="1800" b="1" dirty="0">
                <a:solidFill>
                  <a:schemeClr val="accent1"/>
                </a:solidFill>
                <a:effectLst/>
              </a:rPr>
              <a:t>Kern von Case Study 2 </a:t>
            </a:r>
            <a:r>
              <a:rPr lang="de-DE" sz="1800" dirty="0">
                <a:solidFill>
                  <a:srgbClr val="000000"/>
                </a:solidFill>
                <a:effectLst/>
              </a:rPr>
              <a:t>bilden</a:t>
            </a:r>
          </a:p>
          <a:p>
            <a:pPr marL="0" marR="0">
              <a:spcBef>
                <a:spcPts val="0"/>
              </a:spcBef>
              <a:spcAft>
                <a:spcPts val="0"/>
              </a:spcAft>
            </a:pPr>
            <a:endParaRPr lang="de-DE" sz="1800" dirty="0">
              <a:solidFill>
                <a:srgbClr val="000000"/>
              </a:solidFill>
              <a:effectLst/>
            </a:endParaRPr>
          </a:p>
        </p:txBody>
      </p:sp>
      <p:sp>
        <p:nvSpPr>
          <p:cNvPr id="3" name="Foliennummernplatzhalter 2">
            <a:extLst>
              <a:ext uri="{FF2B5EF4-FFF2-40B4-BE49-F238E27FC236}">
                <a16:creationId xmlns:a16="http://schemas.microsoft.com/office/drawing/2014/main" id="{6B4BCE75-C563-CA11-D1D5-4DA8F674453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1696EC4-B4CF-4701-AD06-A8439D6D8E12}" type="slidenum">
              <a:rPr kumimoji="0" lang="en-US" sz="1100" b="0" i="0" u="none" strike="noStrike" kern="1200" cap="none" spc="0" normalizeH="0" baseline="0" noProof="0" smtClean="0">
                <a:ln>
                  <a:noFill/>
                </a:ln>
                <a:solidFill>
                  <a:srgbClr val="A8B9C4"/>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a:ln>
                <a:noFill/>
              </a:ln>
              <a:solidFill>
                <a:srgbClr val="A8B9C4"/>
              </a:solidFill>
              <a:effectLst/>
              <a:uLnTx/>
              <a:uFillTx/>
              <a:latin typeface="Arial"/>
              <a:ea typeface="+mn-ea"/>
              <a:cs typeface="+mn-cs"/>
            </a:endParaRPr>
          </a:p>
        </p:txBody>
      </p:sp>
      <p:sp>
        <p:nvSpPr>
          <p:cNvPr id="4" name="Textplatzhalter 3">
            <a:extLst>
              <a:ext uri="{FF2B5EF4-FFF2-40B4-BE49-F238E27FC236}">
                <a16:creationId xmlns:a16="http://schemas.microsoft.com/office/drawing/2014/main" id="{0FE42974-07CF-D340-8117-E4CA9CF9D0EC}"/>
              </a:ext>
            </a:extLst>
          </p:cNvPr>
          <p:cNvSpPr>
            <a:spLocks noGrp="1"/>
          </p:cNvSpPr>
          <p:nvPr>
            <p:ph type="body" sz="quarter" idx="13"/>
          </p:nvPr>
        </p:nvSpPr>
        <p:spPr/>
        <p:txBody>
          <a:bodyPr/>
          <a:lstStyle/>
          <a:p>
            <a:endParaRPr lang="de-DE"/>
          </a:p>
        </p:txBody>
      </p:sp>
      <p:sp>
        <p:nvSpPr>
          <p:cNvPr id="5" name="Titel 4">
            <a:extLst>
              <a:ext uri="{FF2B5EF4-FFF2-40B4-BE49-F238E27FC236}">
                <a16:creationId xmlns:a16="http://schemas.microsoft.com/office/drawing/2014/main" id="{07B7AA8E-278F-1277-0CF3-29E5C2E0F2FB}"/>
              </a:ext>
            </a:extLst>
          </p:cNvPr>
          <p:cNvSpPr>
            <a:spLocks noGrp="1"/>
          </p:cNvSpPr>
          <p:nvPr>
            <p:ph type="title"/>
          </p:nvPr>
        </p:nvSpPr>
        <p:spPr/>
        <p:txBody>
          <a:bodyPr/>
          <a:lstStyle/>
          <a:p>
            <a:r>
              <a:rPr lang="de-DE" dirty="0"/>
              <a:t>Feedback aus letztem Termin 8.6. zum Vorgehen bei Case Study 2</a:t>
            </a:r>
          </a:p>
        </p:txBody>
      </p:sp>
    </p:spTree>
    <p:extLst>
      <p:ext uri="{BB962C8B-B14F-4D97-AF65-F5344CB8AC3E}">
        <p14:creationId xmlns:p14="http://schemas.microsoft.com/office/powerpoint/2010/main" val="2555848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E06FBE-07B5-368B-1943-7ABF4288B4C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BB4DE48-37FC-F128-2E22-63659C48E322}"/>
              </a:ext>
            </a:extLst>
          </p:cNvPr>
          <p:cNvSpPr>
            <a:spLocks noGrp="1"/>
          </p:cNvSpPr>
          <p:nvPr>
            <p:ph type="title"/>
          </p:nvPr>
        </p:nvSpPr>
        <p:spPr/>
        <p:txBody>
          <a:bodyPr/>
          <a:lstStyle/>
          <a:p>
            <a:r>
              <a:rPr lang="de-DE" dirty="0"/>
              <a:t>Status Quo vom Brake-System-in-the-Loop</a:t>
            </a:r>
            <a:br>
              <a:rPr lang="de-DE" dirty="0"/>
            </a:br>
            <a:r>
              <a:rPr lang="de-DE" sz="1600" b="0" dirty="0"/>
              <a:t>elektromechanisches Bremsen durch direkt betätigte Ansteuerung mit hydraulischem Druck </a:t>
            </a:r>
            <a:r>
              <a:rPr lang="de-DE" sz="1600" dirty="0">
                <a:solidFill>
                  <a:schemeClr val="tx2"/>
                </a:solidFill>
              </a:rPr>
              <a:t>(ohne ABS/ ESP/ rekuperatives Bremsen)</a:t>
            </a:r>
            <a:br>
              <a:rPr lang="de-DE" sz="1600" dirty="0">
                <a:solidFill>
                  <a:schemeClr val="tx2"/>
                </a:solidFill>
              </a:rPr>
            </a:br>
            <a:r>
              <a:rPr lang="de-DE" sz="1600" dirty="0">
                <a:solidFill>
                  <a:schemeClr val="tx2"/>
                </a:solidFill>
              </a:rPr>
              <a:t>	</a:t>
            </a:r>
            <a:r>
              <a:rPr lang="de-DE" sz="1600" b="0" dirty="0">
                <a:sym typeface="Wingdings" panose="05000000000000000000" pitchFamily="2" charset="2"/>
              </a:rPr>
              <a:t> </a:t>
            </a:r>
            <a:r>
              <a:rPr lang="de-DE" sz="1600" b="0" dirty="0" err="1"/>
              <a:t>Closed</a:t>
            </a:r>
            <a:r>
              <a:rPr lang="de-DE" sz="1600" b="0" dirty="0"/>
              <a:t>-Loop-Variante</a:t>
            </a:r>
            <a:endParaRPr lang="de-DE" b="0" dirty="0"/>
          </a:p>
        </p:txBody>
      </p:sp>
      <p:sp>
        <p:nvSpPr>
          <p:cNvPr id="4" name="Foliennummernplatzhalter 3">
            <a:extLst>
              <a:ext uri="{FF2B5EF4-FFF2-40B4-BE49-F238E27FC236}">
                <a16:creationId xmlns:a16="http://schemas.microsoft.com/office/drawing/2014/main" id="{50F73AAD-FF0F-C336-0811-1F0615C669C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BFC357-94BC-44C8-B600-C5D15BBAA3CF}" type="slidenum">
              <a:rPr kumimoji="0" lang="de-DE" sz="1000" b="1" i="0" u="none" strike="noStrike" kern="1200" cap="none" spc="0" normalizeH="0" baseline="0" noProof="0" smtClean="0">
                <a:ln>
                  <a:noFill/>
                </a:ln>
                <a:solidFill>
                  <a:srgbClr val="3973B9"/>
                </a:solidFill>
                <a:effectLst/>
                <a:uLnTx/>
                <a:uFillTx/>
                <a:latin typeface="EnBW DIN Pro"/>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de-DE" sz="1000" b="1" i="0" u="none" strike="noStrike" kern="1200" cap="none" spc="0" normalizeH="0" baseline="0" noProof="0">
              <a:ln>
                <a:noFill/>
              </a:ln>
              <a:solidFill>
                <a:srgbClr val="3973B9"/>
              </a:solidFill>
              <a:effectLst/>
              <a:uLnTx/>
              <a:uFillTx/>
              <a:latin typeface="EnBW DIN Pro"/>
              <a:ea typeface="+mn-ea"/>
              <a:cs typeface="+mn-cs"/>
            </a:endParaRPr>
          </a:p>
        </p:txBody>
      </p:sp>
      <p:pic>
        <p:nvPicPr>
          <p:cNvPr id="8" name="Grafik 7">
            <a:extLst>
              <a:ext uri="{FF2B5EF4-FFF2-40B4-BE49-F238E27FC236}">
                <a16:creationId xmlns:a16="http://schemas.microsoft.com/office/drawing/2014/main" id="{0772315C-5D33-CDE0-C2FB-2ABCC71E8096}"/>
              </a:ext>
            </a:extLst>
          </p:cNvPr>
          <p:cNvPicPr>
            <a:picLocks noChangeAspect="1"/>
          </p:cNvPicPr>
          <p:nvPr/>
        </p:nvPicPr>
        <p:blipFill>
          <a:blip r:embed="rId3"/>
          <a:stretch>
            <a:fillRect/>
          </a:stretch>
        </p:blipFill>
        <p:spPr>
          <a:xfrm>
            <a:off x="8112223" y="793911"/>
            <a:ext cx="2413579" cy="1312601"/>
          </a:xfrm>
          <a:prstGeom prst="rect">
            <a:avLst/>
          </a:prstGeom>
        </p:spPr>
      </p:pic>
      <p:pic>
        <p:nvPicPr>
          <p:cNvPr id="56" name="Grafik 55">
            <a:extLst>
              <a:ext uri="{FF2B5EF4-FFF2-40B4-BE49-F238E27FC236}">
                <a16:creationId xmlns:a16="http://schemas.microsoft.com/office/drawing/2014/main" id="{2C4FB5E2-AB77-93C7-2D1D-9FA1860487B9}"/>
              </a:ext>
            </a:extLst>
          </p:cNvPr>
          <p:cNvPicPr>
            <a:picLocks noChangeAspect="1"/>
          </p:cNvPicPr>
          <p:nvPr/>
        </p:nvPicPr>
        <p:blipFill>
          <a:blip r:embed="rId4"/>
          <a:stretch>
            <a:fillRect/>
          </a:stretch>
        </p:blipFill>
        <p:spPr>
          <a:xfrm>
            <a:off x="664164" y="1858621"/>
            <a:ext cx="9320268" cy="4469481"/>
          </a:xfrm>
          <a:prstGeom prst="rect">
            <a:avLst/>
          </a:prstGeom>
        </p:spPr>
      </p:pic>
      <p:pic>
        <p:nvPicPr>
          <p:cNvPr id="3" name="Grafik 2">
            <a:extLst>
              <a:ext uri="{FF2B5EF4-FFF2-40B4-BE49-F238E27FC236}">
                <a16:creationId xmlns:a16="http://schemas.microsoft.com/office/drawing/2014/main" id="{60AC8A5A-B429-ABFE-723D-F91300165F2B}"/>
              </a:ext>
            </a:extLst>
          </p:cNvPr>
          <p:cNvPicPr>
            <a:picLocks noChangeAspect="1"/>
          </p:cNvPicPr>
          <p:nvPr/>
        </p:nvPicPr>
        <p:blipFill>
          <a:blip r:embed="rId5"/>
          <a:stretch>
            <a:fillRect/>
          </a:stretch>
        </p:blipFill>
        <p:spPr>
          <a:xfrm>
            <a:off x="14160896" y="1450211"/>
            <a:ext cx="8018346" cy="3783708"/>
          </a:xfrm>
          <a:prstGeom prst="rect">
            <a:avLst/>
          </a:prstGeom>
        </p:spPr>
      </p:pic>
    </p:spTree>
    <p:extLst>
      <p:ext uri="{BB962C8B-B14F-4D97-AF65-F5344CB8AC3E}">
        <p14:creationId xmlns:p14="http://schemas.microsoft.com/office/powerpoint/2010/main" val="450494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0A1BE8-E8FD-E222-C775-6A403C8C76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90934A-E780-6EFA-B6BF-3719BEBC6F3A}"/>
              </a:ext>
            </a:extLst>
          </p:cNvPr>
          <p:cNvSpPr>
            <a:spLocks noGrp="1"/>
          </p:cNvSpPr>
          <p:nvPr>
            <p:ph type="title"/>
          </p:nvPr>
        </p:nvSpPr>
        <p:spPr>
          <a:xfrm>
            <a:off x="407986" y="296863"/>
            <a:ext cx="11304637" cy="1187921"/>
          </a:xfrm>
        </p:spPr>
        <p:txBody>
          <a:bodyPr/>
          <a:lstStyle/>
          <a:p>
            <a:r>
              <a:rPr lang="de-DE" dirty="0"/>
              <a:t>Änderung Bremssystem-Generationen – </a:t>
            </a:r>
            <a:r>
              <a:rPr lang="de-DE" dirty="0">
                <a:solidFill>
                  <a:schemeClr val="tx2"/>
                </a:solidFill>
              </a:rPr>
              <a:t>Part 1</a:t>
            </a:r>
            <a:br>
              <a:rPr lang="de-DE" dirty="0"/>
            </a:br>
            <a:r>
              <a:rPr lang="de-DE" sz="1600" dirty="0">
                <a:solidFill>
                  <a:schemeClr val="tx2"/>
                </a:solidFill>
              </a:rPr>
              <a:t>SuI-Änderung</a:t>
            </a:r>
            <a:r>
              <a:rPr lang="de-DE" sz="1600" b="0" dirty="0"/>
              <a:t> von Gn-1 zu Gn:</a:t>
            </a:r>
            <a:br>
              <a:rPr lang="de-DE" sz="1600" dirty="0"/>
            </a:br>
            <a:r>
              <a:rPr lang="de-DE" sz="1600" b="0" dirty="0"/>
              <a:t>elektromechanisches Bremsen durch direkt betätigte Ansteuerung mit hydraulischem Druck </a:t>
            </a:r>
            <a:r>
              <a:rPr lang="de-DE" sz="1600" dirty="0">
                <a:solidFill>
                  <a:schemeClr val="tx2"/>
                </a:solidFill>
              </a:rPr>
              <a:t>mit ABS</a:t>
            </a:r>
            <a:br>
              <a:rPr lang="de-DE" sz="1600" dirty="0">
                <a:solidFill>
                  <a:schemeClr val="tx2"/>
                </a:solidFill>
              </a:rPr>
            </a:br>
            <a:r>
              <a:rPr lang="de-DE" sz="1600" dirty="0">
                <a:solidFill>
                  <a:schemeClr val="tx2"/>
                </a:solidFill>
              </a:rPr>
              <a:t>	</a:t>
            </a:r>
            <a:r>
              <a:rPr lang="de-DE" sz="1600" b="0" dirty="0">
                <a:sym typeface="Wingdings" panose="05000000000000000000" pitchFamily="2" charset="2"/>
              </a:rPr>
              <a:t> </a:t>
            </a:r>
            <a:r>
              <a:rPr lang="de-DE" sz="1600" b="0" dirty="0" err="1"/>
              <a:t>Closed</a:t>
            </a:r>
            <a:r>
              <a:rPr lang="de-DE" sz="1600" b="0" dirty="0"/>
              <a:t>-Loop-Variante</a:t>
            </a:r>
            <a:endParaRPr lang="de-DE" b="0" dirty="0"/>
          </a:p>
        </p:txBody>
      </p:sp>
      <p:sp>
        <p:nvSpPr>
          <p:cNvPr id="4" name="Foliennummernplatzhalter 3">
            <a:extLst>
              <a:ext uri="{FF2B5EF4-FFF2-40B4-BE49-F238E27FC236}">
                <a16:creationId xmlns:a16="http://schemas.microsoft.com/office/drawing/2014/main" id="{15890EB9-D46C-2AFD-5C95-FF9FD5A3BB2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BFC357-94BC-44C8-B600-C5D15BBAA3CF}" type="slidenum">
              <a:rPr kumimoji="0" lang="de-DE" sz="1000" b="1" i="0" u="none" strike="noStrike" kern="1200" cap="none" spc="0" normalizeH="0" baseline="0" noProof="0" smtClean="0">
                <a:ln>
                  <a:noFill/>
                </a:ln>
                <a:solidFill>
                  <a:srgbClr val="3973B9"/>
                </a:solidFill>
                <a:effectLst/>
                <a:uLnTx/>
                <a:uFillTx/>
                <a:latin typeface="EnBW DIN Pro"/>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de-DE" sz="1000" b="1" i="0" u="none" strike="noStrike" kern="1200" cap="none" spc="0" normalizeH="0" baseline="0" noProof="0">
              <a:ln>
                <a:noFill/>
              </a:ln>
              <a:solidFill>
                <a:srgbClr val="3973B9"/>
              </a:solidFill>
              <a:effectLst/>
              <a:uLnTx/>
              <a:uFillTx/>
              <a:latin typeface="EnBW DIN Pro"/>
              <a:ea typeface="+mn-ea"/>
              <a:cs typeface="+mn-cs"/>
            </a:endParaRPr>
          </a:p>
        </p:txBody>
      </p:sp>
      <p:pic>
        <p:nvPicPr>
          <p:cNvPr id="62" name="Grafik 61">
            <a:extLst>
              <a:ext uri="{FF2B5EF4-FFF2-40B4-BE49-F238E27FC236}">
                <a16:creationId xmlns:a16="http://schemas.microsoft.com/office/drawing/2014/main" id="{2D7EE067-C97D-A8A0-FD6D-9DFF87826A62}"/>
              </a:ext>
            </a:extLst>
          </p:cNvPr>
          <p:cNvPicPr>
            <a:picLocks noChangeAspect="1"/>
          </p:cNvPicPr>
          <p:nvPr/>
        </p:nvPicPr>
        <p:blipFill>
          <a:blip r:embed="rId3"/>
          <a:stretch>
            <a:fillRect/>
          </a:stretch>
        </p:blipFill>
        <p:spPr>
          <a:xfrm>
            <a:off x="4079153" y="1873664"/>
            <a:ext cx="8011048" cy="3841652"/>
          </a:xfrm>
          <a:prstGeom prst="rect">
            <a:avLst/>
          </a:prstGeom>
        </p:spPr>
      </p:pic>
      <p:sp>
        <p:nvSpPr>
          <p:cNvPr id="63" name="Rechteck 62">
            <a:extLst>
              <a:ext uri="{FF2B5EF4-FFF2-40B4-BE49-F238E27FC236}">
                <a16:creationId xmlns:a16="http://schemas.microsoft.com/office/drawing/2014/main" id="{E63B28D2-01EE-1809-4EBF-44FCA0507B86}"/>
              </a:ext>
            </a:extLst>
          </p:cNvPr>
          <p:cNvSpPr/>
          <p:nvPr/>
        </p:nvSpPr>
        <p:spPr>
          <a:xfrm>
            <a:off x="5519936" y="3861048"/>
            <a:ext cx="2232248" cy="727431"/>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876C"/>
                </a:solidFill>
                <a:effectLst/>
                <a:uLnTx/>
                <a:uFillTx/>
                <a:latin typeface="EnBW DIN Pro"/>
                <a:ea typeface="+mn-ea"/>
                <a:cs typeface="+mn-cs"/>
              </a:rPr>
              <a:t>Änderung</a:t>
            </a:r>
          </a:p>
        </p:txBody>
      </p:sp>
      <p:sp>
        <p:nvSpPr>
          <p:cNvPr id="64" name="Inhaltsplatzhalter 2">
            <a:extLst>
              <a:ext uri="{FF2B5EF4-FFF2-40B4-BE49-F238E27FC236}">
                <a16:creationId xmlns:a16="http://schemas.microsoft.com/office/drawing/2014/main" id="{8B2E650D-4F7C-1B69-10BB-C07B0059217D}"/>
              </a:ext>
            </a:extLst>
          </p:cNvPr>
          <p:cNvSpPr>
            <a:spLocks noGrp="1"/>
          </p:cNvSpPr>
          <p:nvPr>
            <p:ph sz="half" idx="1"/>
          </p:nvPr>
        </p:nvSpPr>
        <p:spPr>
          <a:xfrm>
            <a:off x="407987" y="1844674"/>
            <a:ext cx="3815805" cy="4429126"/>
          </a:xfrm>
        </p:spPr>
        <p:txBody>
          <a:bodyPr/>
          <a:lstStyle/>
          <a:p>
            <a:r>
              <a:rPr lang="de-DE" sz="1100" b="1" dirty="0"/>
              <a:t>Input: </a:t>
            </a:r>
          </a:p>
          <a:p>
            <a:r>
              <a:rPr lang="de-DE" sz="1100" b="1" dirty="0"/>
              <a:t>SuI-Änderung der Bremssystem-Generation von Gn-1 zu Gn</a:t>
            </a:r>
            <a:br>
              <a:rPr lang="de-DE" sz="1100" b="1" dirty="0"/>
            </a:br>
            <a:r>
              <a:rPr lang="de-DE" sz="1100" dirty="0">
                <a:solidFill>
                  <a:srgbClr val="000000"/>
                </a:solidFill>
              </a:rPr>
              <a:t>(und damit auch ggf. implizit Änderung der Validierungsziele)</a:t>
            </a:r>
          </a:p>
          <a:p>
            <a:endParaRPr lang="de-DE" sz="1100" dirty="0">
              <a:solidFill>
                <a:srgbClr val="000000"/>
              </a:solidFill>
            </a:endParaRPr>
          </a:p>
          <a:p>
            <a:r>
              <a:rPr lang="de-DE" sz="1100" dirty="0">
                <a:solidFill>
                  <a:srgbClr val="000000"/>
                </a:solidFill>
              </a:rPr>
              <a:t>Resultierende neue </a:t>
            </a:r>
            <a:r>
              <a:rPr lang="de-DE" sz="1100" b="1" dirty="0"/>
              <a:t>Anforderungen</a:t>
            </a:r>
            <a:r>
              <a:rPr lang="de-DE" sz="1100" dirty="0">
                <a:solidFill>
                  <a:srgbClr val="000000"/>
                </a:solidFill>
              </a:rPr>
              <a:t> an Validierungsumgebung:</a:t>
            </a:r>
          </a:p>
          <a:p>
            <a:pPr marL="285750" indent="-285750">
              <a:buFont typeface="Arial" panose="020B0604020202020204" pitchFamily="34" charset="0"/>
              <a:buChar char="•"/>
            </a:pPr>
            <a:r>
              <a:rPr lang="de-DE" sz="1100" dirty="0">
                <a:solidFill>
                  <a:srgbClr val="000000"/>
                </a:solidFill>
              </a:rPr>
              <a:t>Physische Einbindung (oder virtuelle Simulation) von </a:t>
            </a:r>
            <a:r>
              <a:rPr lang="de-DE" sz="1100" b="1" dirty="0"/>
              <a:t>durch Sensoren erfasste Messgrößen und des erweiterten Hydraulikkreislauf mit (ABS-)Steuergerät</a:t>
            </a:r>
          </a:p>
          <a:p>
            <a:pPr marL="285750" indent="-285750">
              <a:buFont typeface="Arial" panose="020B0604020202020204" pitchFamily="34" charset="0"/>
              <a:buChar char="•"/>
            </a:pPr>
            <a:r>
              <a:rPr lang="de-DE" sz="1100" dirty="0">
                <a:solidFill>
                  <a:srgbClr val="000000"/>
                </a:solidFill>
              </a:rPr>
              <a:t>Regelung des hydraulischen Bremsdrucks durch ABS-Steuergerät ermöglichen (Ventilansteuerung, Pumpenbetrieb)</a:t>
            </a:r>
          </a:p>
          <a:p>
            <a:pPr marL="285750" indent="-285750">
              <a:buFont typeface="Arial" panose="020B0604020202020204" pitchFamily="34" charset="0"/>
              <a:buChar char="•"/>
            </a:pPr>
            <a:r>
              <a:rPr lang="de-DE" sz="1100" b="1" dirty="0"/>
              <a:t>ABS-Steuergerät </a:t>
            </a:r>
            <a:r>
              <a:rPr lang="de-DE" sz="1100" dirty="0">
                <a:solidFill>
                  <a:srgbClr val="000000"/>
                </a:solidFill>
              </a:rPr>
              <a:t>ermittelt </a:t>
            </a:r>
            <a:r>
              <a:rPr lang="de-DE" sz="1100" b="1" dirty="0"/>
              <a:t>Schlupfes </a:t>
            </a:r>
            <a:r>
              <a:rPr lang="de-DE" sz="1100" dirty="0">
                <a:solidFill>
                  <a:srgbClr val="000000"/>
                </a:solidFill>
              </a:rPr>
              <a:t>und benötigt weitere Größen wie:</a:t>
            </a:r>
          </a:p>
          <a:p>
            <a:pPr marL="555750" lvl="2" indent="-285750">
              <a:buFont typeface="Arial" panose="020B0604020202020204" pitchFamily="34" charset="0"/>
              <a:buChar char="•"/>
            </a:pPr>
            <a:r>
              <a:rPr lang="de-DE" sz="1100" dirty="0"/>
              <a:t>Raddrehzahlen</a:t>
            </a:r>
          </a:p>
          <a:p>
            <a:pPr marL="555750" lvl="2" indent="-285750">
              <a:buFont typeface="Arial" panose="020B0604020202020204" pitchFamily="34" charset="0"/>
              <a:buChar char="•"/>
            </a:pPr>
            <a:r>
              <a:rPr lang="de-DE" sz="1100" dirty="0">
                <a:solidFill>
                  <a:srgbClr val="000000"/>
                </a:solidFill>
              </a:rPr>
              <a:t>Beschleunigung</a:t>
            </a:r>
          </a:p>
          <a:p>
            <a:pPr marL="555750" lvl="2" indent="-285750">
              <a:buFont typeface="Arial" panose="020B0604020202020204" pitchFamily="34" charset="0"/>
              <a:buChar char="•"/>
            </a:pPr>
            <a:r>
              <a:rPr lang="de-DE" sz="1100" dirty="0"/>
              <a:t>Bremslichtsignal</a:t>
            </a:r>
          </a:p>
          <a:p>
            <a:pPr marL="555750" lvl="2" indent="-285750">
              <a:buFont typeface="Arial" panose="020B0604020202020204" pitchFamily="34" charset="0"/>
              <a:buChar char="•"/>
            </a:pPr>
            <a:r>
              <a:rPr lang="de-DE" sz="1100" dirty="0"/>
              <a:t>Bremsdruck</a:t>
            </a:r>
          </a:p>
          <a:p>
            <a:pPr marL="555750" lvl="2" indent="-285750">
              <a:buFont typeface="Arial" panose="020B0604020202020204" pitchFamily="34" charset="0"/>
              <a:buChar char="•"/>
            </a:pPr>
            <a:r>
              <a:rPr lang="de-DE" sz="1100" dirty="0">
                <a:solidFill>
                  <a:srgbClr val="000000"/>
                </a:solidFill>
              </a:rPr>
              <a:t>…</a:t>
            </a:r>
          </a:p>
          <a:p>
            <a:pPr lvl="2" indent="0">
              <a:buNone/>
            </a:pPr>
            <a:r>
              <a:rPr lang="de-DE" sz="1100" dirty="0">
                <a:solidFill>
                  <a:srgbClr val="000000"/>
                </a:solidFill>
                <a:sym typeface="Wingdings" panose="05000000000000000000" pitchFamily="2" charset="2"/>
              </a:rPr>
              <a:t> </a:t>
            </a:r>
            <a:r>
              <a:rPr lang="de-DE" sz="1100" b="1" dirty="0">
                <a:solidFill>
                  <a:schemeClr val="tx2"/>
                </a:solidFill>
                <a:sym typeface="Wingdings" panose="05000000000000000000" pitchFamily="2" charset="2"/>
              </a:rPr>
              <a:t>Erweiterte Restfahrzeugsimulation </a:t>
            </a:r>
            <a:r>
              <a:rPr lang="de-DE" sz="1100" dirty="0">
                <a:solidFill>
                  <a:srgbClr val="000000"/>
                </a:solidFill>
                <a:sym typeface="Wingdings" panose="05000000000000000000" pitchFamily="2" charset="2"/>
              </a:rPr>
              <a:t>erforderlich</a:t>
            </a:r>
            <a:endParaRPr lang="de-DE" sz="1100" dirty="0">
              <a:solidFill>
                <a:srgbClr val="000000"/>
              </a:solidFill>
            </a:endParaRPr>
          </a:p>
          <a:p>
            <a:endParaRPr lang="de-DE" sz="1100" dirty="0">
              <a:solidFill>
                <a:srgbClr val="000000"/>
              </a:solidFill>
            </a:endParaRPr>
          </a:p>
          <a:p>
            <a:endParaRPr lang="de-DE" sz="1100" dirty="0">
              <a:solidFill>
                <a:srgbClr val="000000"/>
              </a:solidFill>
            </a:endParaRPr>
          </a:p>
        </p:txBody>
      </p:sp>
      <p:sp>
        <p:nvSpPr>
          <p:cNvPr id="65" name="Rechteck 64">
            <a:extLst>
              <a:ext uri="{FF2B5EF4-FFF2-40B4-BE49-F238E27FC236}">
                <a16:creationId xmlns:a16="http://schemas.microsoft.com/office/drawing/2014/main" id="{84C86F2F-7936-84B7-9391-F40A6F4C5BA8}"/>
              </a:ext>
            </a:extLst>
          </p:cNvPr>
          <p:cNvSpPr/>
          <p:nvPr/>
        </p:nvSpPr>
        <p:spPr>
          <a:xfrm>
            <a:off x="10056440" y="2564904"/>
            <a:ext cx="1752973" cy="792089"/>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876C"/>
                </a:solidFill>
                <a:effectLst/>
                <a:uLnTx/>
                <a:uFillTx/>
                <a:latin typeface="EnBW DIN Pro"/>
                <a:ea typeface="+mn-ea"/>
                <a:cs typeface="+mn-cs"/>
              </a:rPr>
              <a:t>Änderung</a:t>
            </a:r>
          </a:p>
        </p:txBody>
      </p:sp>
    </p:spTree>
    <p:extLst>
      <p:ext uri="{BB962C8B-B14F-4D97-AF65-F5344CB8AC3E}">
        <p14:creationId xmlns:p14="http://schemas.microsoft.com/office/powerpoint/2010/main" val="14835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294E29-DA53-EF4D-199A-64444EA0639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2D83ECA-2C05-35DC-1A16-011D2E0596D2}"/>
              </a:ext>
            </a:extLst>
          </p:cNvPr>
          <p:cNvSpPr>
            <a:spLocks noGrp="1"/>
          </p:cNvSpPr>
          <p:nvPr>
            <p:ph type="title"/>
          </p:nvPr>
        </p:nvSpPr>
        <p:spPr>
          <a:xfrm>
            <a:off x="407986" y="296863"/>
            <a:ext cx="11304637" cy="1187921"/>
          </a:xfrm>
        </p:spPr>
        <p:txBody>
          <a:bodyPr/>
          <a:lstStyle/>
          <a:p>
            <a:r>
              <a:rPr lang="de-DE" dirty="0"/>
              <a:t>Änderung Bremssystem-Generationen – </a:t>
            </a:r>
            <a:r>
              <a:rPr lang="de-DE" dirty="0">
                <a:solidFill>
                  <a:schemeClr val="tx2"/>
                </a:solidFill>
              </a:rPr>
              <a:t>Part 2</a:t>
            </a:r>
            <a:br>
              <a:rPr lang="de-DE" dirty="0"/>
            </a:br>
            <a:r>
              <a:rPr lang="de-DE" sz="1600" dirty="0">
                <a:solidFill>
                  <a:schemeClr val="tx2"/>
                </a:solidFill>
              </a:rPr>
              <a:t>SuI-Änderung</a:t>
            </a:r>
            <a:r>
              <a:rPr lang="de-DE" sz="1600" dirty="0"/>
              <a:t> </a:t>
            </a:r>
            <a:r>
              <a:rPr lang="de-DE" sz="1600" b="0" dirty="0"/>
              <a:t>von Gn zu Gn+1:</a:t>
            </a:r>
            <a:br>
              <a:rPr lang="de-DE" sz="1600" dirty="0"/>
            </a:br>
            <a:r>
              <a:rPr lang="de-DE" sz="1600" b="0" dirty="0"/>
              <a:t>elektromechanisches Bremsen durch direkt betätigte Ansteuerung mit hydraulischem Druck </a:t>
            </a:r>
            <a:r>
              <a:rPr lang="de-DE" sz="1600" dirty="0">
                <a:solidFill>
                  <a:schemeClr val="tx2"/>
                </a:solidFill>
              </a:rPr>
              <a:t>mit ABS und rekuperativen Bremsen</a:t>
            </a:r>
            <a:br>
              <a:rPr lang="de-DE" sz="1600" dirty="0">
                <a:solidFill>
                  <a:schemeClr val="tx2"/>
                </a:solidFill>
              </a:rPr>
            </a:br>
            <a:r>
              <a:rPr lang="de-DE" sz="1600" dirty="0">
                <a:solidFill>
                  <a:schemeClr val="tx2"/>
                </a:solidFill>
              </a:rPr>
              <a:t>	</a:t>
            </a:r>
            <a:r>
              <a:rPr lang="de-DE" sz="1600" b="0" dirty="0">
                <a:sym typeface="Wingdings" panose="05000000000000000000" pitchFamily="2" charset="2"/>
              </a:rPr>
              <a:t> </a:t>
            </a:r>
            <a:r>
              <a:rPr lang="de-DE" sz="1600" b="0" dirty="0" err="1"/>
              <a:t>Closed</a:t>
            </a:r>
            <a:r>
              <a:rPr lang="de-DE" sz="1600" b="0" dirty="0"/>
              <a:t>-Loop-Variante</a:t>
            </a:r>
            <a:endParaRPr lang="de-DE" b="0" dirty="0"/>
          </a:p>
        </p:txBody>
      </p:sp>
      <p:sp>
        <p:nvSpPr>
          <p:cNvPr id="4" name="Foliennummernplatzhalter 3">
            <a:extLst>
              <a:ext uri="{FF2B5EF4-FFF2-40B4-BE49-F238E27FC236}">
                <a16:creationId xmlns:a16="http://schemas.microsoft.com/office/drawing/2014/main" id="{1C237CE4-5BB0-A743-1C32-C5B8BF1EBCD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BFC357-94BC-44C8-B600-C5D15BBAA3CF}" type="slidenum">
              <a:rPr kumimoji="0" lang="de-DE" sz="1000" b="1" i="0" u="none" strike="noStrike" kern="1200" cap="none" spc="0" normalizeH="0" baseline="0" noProof="0" smtClean="0">
                <a:ln>
                  <a:noFill/>
                </a:ln>
                <a:solidFill>
                  <a:srgbClr val="3973B9"/>
                </a:solidFill>
                <a:effectLst/>
                <a:uLnTx/>
                <a:uFillTx/>
                <a:latin typeface="EnBW DIN Pro"/>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de-DE" sz="1000" b="1" i="0" u="none" strike="noStrike" kern="1200" cap="none" spc="0" normalizeH="0" baseline="0" noProof="0">
              <a:ln>
                <a:noFill/>
              </a:ln>
              <a:solidFill>
                <a:srgbClr val="3973B9"/>
              </a:solidFill>
              <a:effectLst/>
              <a:uLnTx/>
              <a:uFillTx/>
              <a:latin typeface="EnBW DIN Pro"/>
              <a:ea typeface="+mn-ea"/>
              <a:cs typeface="+mn-cs"/>
            </a:endParaRPr>
          </a:p>
        </p:txBody>
      </p:sp>
      <p:sp>
        <p:nvSpPr>
          <p:cNvPr id="64" name="Inhaltsplatzhalter 2">
            <a:extLst>
              <a:ext uri="{FF2B5EF4-FFF2-40B4-BE49-F238E27FC236}">
                <a16:creationId xmlns:a16="http://schemas.microsoft.com/office/drawing/2014/main" id="{12805ACB-0208-A79D-2E21-CD91E15F962C}"/>
              </a:ext>
            </a:extLst>
          </p:cNvPr>
          <p:cNvSpPr>
            <a:spLocks noGrp="1"/>
          </p:cNvSpPr>
          <p:nvPr>
            <p:ph sz="half" idx="1"/>
          </p:nvPr>
        </p:nvSpPr>
        <p:spPr>
          <a:xfrm>
            <a:off x="407987" y="1844674"/>
            <a:ext cx="3743797" cy="4429126"/>
          </a:xfrm>
        </p:spPr>
        <p:txBody>
          <a:bodyPr/>
          <a:lstStyle/>
          <a:p>
            <a:r>
              <a:rPr lang="de-DE" sz="1200" b="1" dirty="0"/>
              <a:t>Input: </a:t>
            </a:r>
          </a:p>
          <a:p>
            <a:r>
              <a:rPr lang="de-DE" sz="1200" b="1" dirty="0"/>
              <a:t>SuI-Änderung der Bremssystem-Generation von Gn zu Gn+1</a:t>
            </a:r>
            <a:br>
              <a:rPr lang="de-DE" sz="1200" b="1" dirty="0"/>
            </a:br>
            <a:r>
              <a:rPr lang="de-DE" sz="1200" dirty="0">
                <a:solidFill>
                  <a:srgbClr val="000000"/>
                </a:solidFill>
              </a:rPr>
              <a:t>(und damit auch ggf. implizit Änderung der Validierungsziele, z. B. Übergangsbereich </a:t>
            </a:r>
            <a:r>
              <a:rPr lang="de-DE" sz="1200" dirty="0" err="1">
                <a:solidFill>
                  <a:srgbClr val="000000"/>
                </a:solidFill>
              </a:rPr>
              <a:t>blended</a:t>
            </a:r>
            <a:r>
              <a:rPr lang="de-DE" sz="1200" dirty="0">
                <a:solidFill>
                  <a:srgbClr val="000000"/>
                </a:solidFill>
              </a:rPr>
              <a:t> </a:t>
            </a:r>
            <a:r>
              <a:rPr lang="de-DE" sz="1200" dirty="0" err="1">
                <a:solidFill>
                  <a:srgbClr val="000000"/>
                </a:solidFill>
              </a:rPr>
              <a:t>braking</a:t>
            </a:r>
            <a:r>
              <a:rPr lang="de-DE" sz="1200" dirty="0">
                <a:solidFill>
                  <a:srgbClr val="000000"/>
                </a:solidFill>
              </a:rPr>
              <a:t>)</a:t>
            </a:r>
          </a:p>
          <a:p>
            <a:endParaRPr lang="de-DE" sz="1200" dirty="0">
              <a:solidFill>
                <a:srgbClr val="000000"/>
              </a:solidFill>
            </a:endParaRPr>
          </a:p>
          <a:p>
            <a:r>
              <a:rPr lang="de-DE" sz="1200" dirty="0">
                <a:solidFill>
                  <a:srgbClr val="000000"/>
                </a:solidFill>
              </a:rPr>
              <a:t>Resultierende neue </a:t>
            </a:r>
            <a:r>
              <a:rPr lang="de-DE" sz="1200" b="1" dirty="0"/>
              <a:t>Anforderungen</a:t>
            </a:r>
            <a:r>
              <a:rPr lang="de-DE" sz="1200" dirty="0">
                <a:solidFill>
                  <a:srgbClr val="000000"/>
                </a:solidFill>
              </a:rPr>
              <a:t> an Validierungsumgebung:</a:t>
            </a:r>
          </a:p>
          <a:p>
            <a:pPr marL="285750" indent="-285750">
              <a:buFont typeface="Arial" panose="020B0604020202020204" pitchFamily="34" charset="0"/>
              <a:buChar char="•"/>
            </a:pPr>
            <a:r>
              <a:rPr lang="de-DE" sz="1200" dirty="0">
                <a:solidFill>
                  <a:srgbClr val="000000"/>
                </a:solidFill>
              </a:rPr>
              <a:t>Physische Einbindung oder virtuelle Simulation von Komponenten </a:t>
            </a:r>
            <a:r>
              <a:rPr lang="de-DE" sz="1200" b="1" dirty="0"/>
              <a:t>elektrische Maschine, Batterie, Wechselrichter, Motor-Controller, erweitertes Steuergerät </a:t>
            </a:r>
            <a:r>
              <a:rPr lang="de-DE" sz="1200" dirty="0">
                <a:solidFill>
                  <a:srgbClr val="000000"/>
                </a:solidFill>
              </a:rPr>
              <a:t>etc. erforderlich</a:t>
            </a:r>
          </a:p>
          <a:p>
            <a:pPr marL="285750" indent="-285750">
              <a:buFont typeface="Arial" panose="020B0604020202020204" pitchFamily="34" charset="0"/>
              <a:buChar char="•"/>
            </a:pPr>
            <a:r>
              <a:rPr lang="de-DE" sz="1200" b="1" dirty="0"/>
              <a:t>Verändertes Bremskonzept</a:t>
            </a:r>
            <a:r>
              <a:rPr lang="de-DE" sz="1200" dirty="0">
                <a:solidFill>
                  <a:srgbClr val="000000"/>
                </a:solidFill>
              </a:rPr>
              <a:t>: Verzögern des Fahrzeugs wird mit elektromechanischen Bremsen durch Reibung und zusätzlich durch </a:t>
            </a:r>
            <a:r>
              <a:rPr lang="de-DE" sz="1200" b="1" dirty="0"/>
              <a:t>elektrisches Bremsen </a:t>
            </a:r>
            <a:r>
              <a:rPr lang="de-DE" sz="1200" dirty="0">
                <a:solidFill>
                  <a:srgbClr val="000000"/>
                </a:solidFill>
              </a:rPr>
              <a:t>einer elektrischen Maschine im Generatorbetrieb erreicht</a:t>
            </a:r>
            <a:br>
              <a:rPr lang="de-DE" sz="1200" dirty="0">
                <a:solidFill>
                  <a:srgbClr val="000000"/>
                </a:solidFill>
              </a:rPr>
            </a:br>
            <a:r>
              <a:rPr lang="de-DE" sz="1200" dirty="0">
                <a:solidFill>
                  <a:srgbClr val="000000"/>
                </a:solidFill>
                <a:sym typeface="Wingdings" panose="05000000000000000000" pitchFamily="2" charset="2"/>
              </a:rPr>
              <a:t> </a:t>
            </a:r>
            <a:r>
              <a:rPr lang="de-DE" sz="1200" b="1" dirty="0">
                <a:sym typeface="Wingdings" panose="05000000000000000000" pitchFamily="2" charset="2"/>
              </a:rPr>
              <a:t>Erweiterte Restfahrzeugsimulation </a:t>
            </a:r>
            <a:r>
              <a:rPr lang="de-DE" sz="1200" dirty="0">
                <a:solidFill>
                  <a:srgbClr val="000000"/>
                </a:solidFill>
                <a:sym typeface="Wingdings" panose="05000000000000000000" pitchFamily="2" charset="2"/>
              </a:rPr>
              <a:t>erforderlich für </a:t>
            </a:r>
            <a:r>
              <a:rPr lang="de-DE" sz="1200" b="1" dirty="0"/>
              <a:t>Zusammenspiel </a:t>
            </a:r>
            <a:r>
              <a:rPr lang="de-DE" sz="1200" dirty="0">
                <a:solidFill>
                  <a:srgbClr val="000000"/>
                </a:solidFill>
              </a:rPr>
              <a:t>(Aufsplittung Bremsmoment in rekuperativen und hydraulischen Anteil)</a:t>
            </a:r>
          </a:p>
          <a:p>
            <a:pPr marL="555750" lvl="2" indent="-285750">
              <a:buFont typeface="Arial" panose="020B0604020202020204" pitchFamily="34" charset="0"/>
              <a:buChar char="•"/>
            </a:pPr>
            <a:endParaRPr lang="de-DE" sz="1200" dirty="0">
              <a:solidFill>
                <a:srgbClr val="000000"/>
              </a:solidFill>
            </a:endParaRPr>
          </a:p>
          <a:p>
            <a:endParaRPr lang="de-DE" sz="1200" dirty="0">
              <a:solidFill>
                <a:srgbClr val="000000"/>
              </a:solidFill>
            </a:endParaRPr>
          </a:p>
          <a:p>
            <a:endParaRPr lang="de-DE" sz="1200" dirty="0">
              <a:solidFill>
                <a:srgbClr val="000000"/>
              </a:solidFill>
            </a:endParaRPr>
          </a:p>
        </p:txBody>
      </p:sp>
      <p:pic>
        <p:nvPicPr>
          <p:cNvPr id="72" name="Grafik 71">
            <a:extLst>
              <a:ext uri="{FF2B5EF4-FFF2-40B4-BE49-F238E27FC236}">
                <a16:creationId xmlns:a16="http://schemas.microsoft.com/office/drawing/2014/main" id="{DC1012D0-A58B-DC8C-BE29-BF9D3C0D0535}"/>
              </a:ext>
            </a:extLst>
          </p:cNvPr>
          <p:cNvPicPr>
            <a:picLocks noChangeAspect="1"/>
          </p:cNvPicPr>
          <p:nvPr/>
        </p:nvPicPr>
        <p:blipFill>
          <a:blip r:embed="rId3"/>
          <a:stretch>
            <a:fillRect/>
          </a:stretch>
        </p:blipFill>
        <p:spPr>
          <a:xfrm>
            <a:off x="4295800" y="1844674"/>
            <a:ext cx="7653744" cy="3670309"/>
          </a:xfrm>
          <a:prstGeom prst="rect">
            <a:avLst/>
          </a:prstGeom>
        </p:spPr>
      </p:pic>
      <p:sp>
        <p:nvSpPr>
          <p:cNvPr id="65" name="Rechteck 64">
            <a:extLst>
              <a:ext uri="{FF2B5EF4-FFF2-40B4-BE49-F238E27FC236}">
                <a16:creationId xmlns:a16="http://schemas.microsoft.com/office/drawing/2014/main" id="{53BDC443-E3B1-4086-135C-658F8A5CD970}"/>
              </a:ext>
            </a:extLst>
          </p:cNvPr>
          <p:cNvSpPr/>
          <p:nvPr/>
        </p:nvSpPr>
        <p:spPr>
          <a:xfrm>
            <a:off x="9959650" y="2420888"/>
            <a:ext cx="1752973" cy="864096"/>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876C"/>
                </a:solidFill>
                <a:effectLst/>
                <a:uLnTx/>
                <a:uFillTx/>
                <a:latin typeface="EnBW DIN Pro"/>
                <a:ea typeface="+mn-ea"/>
                <a:cs typeface="+mn-cs"/>
              </a:rPr>
              <a:t>Änderung</a:t>
            </a:r>
          </a:p>
        </p:txBody>
      </p:sp>
      <p:sp>
        <p:nvSpPr>
          <p:cNvPr id="63" name="Rechteck 62">
            <a:extLst>
              <a:ext uri="{FF2B5EF4-FFF2-40B4-BE49-F238E27FC236}">
                <a16:creationId xmlns:a16="http://schemas.microsoft.com/office/drawing/2014/main" id="{590C9296-6715-108D-3A03-38EB1D7F3EA8}"/>
              </a:ext>
            </a:extLst>
          </p:cNvPr>
          <p:cNvSpPr/>
          <p:nvPr/>
        </p:nvSpPr>
        <p:spPr>
          <a:xfrm>
            <a:off x="4943872" y="2924945"/>
            <a:ext cx="2232248" cy="999288"/>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876C"/>
                </a:solidFill>
                <a:effectLst/>
                <a:uLnTx/>
                <a:uFillTx/>
                <a:latin typeface="EnBW DIN Pro"/>
                <a:ea typeface="+mn-ea"/>
                <a:cs typeface="+mn-cs"/>
              </a:rPr>
              <a:t>Änderung</a:t>
            </a:r>
          </a:p>
        </p:txBody>
      </p:sp>
      <p:sp>
        <p:nvSpPr>
          <p:cNvPr id="3" name="Rechteck 2">
            <a:extLst>
              <a:ext uri="{FF2B5EF4-FFF2-40B4-BE49-F238E27FC236}">
                <a16:creationId xmlns:a16="http://schemas.microsoft.com/office/drawing/2014/main" id="{B8821322-9581-9783-F359-9AC55C0B1228}"/>
              </a:ext>
            </a:extLst>
          </p:cNvPr>
          <p:cNvSpPr/>
          <p:nvPr/>
        </p:nvSpPr>
        <p:spPr>
          <a:xfrm>
            <a:off x="5447928" y="6095863"/>
            <a:ext cx="6571040" cy="41113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FFFFFF"/>
                </a:solidFill>
                <a:effectLst/>
                <a:uLnTx/>
                <a:uFillTx/>
                <a:latin typeface="EnBW DIN Pro"/>
                <a:ea typeface="+mn-ea"/>
                <a:cs typeface="+mn-cs"/>
              </a:rPr>
              <a:t>Weitere Austäusche geplant (Max Beck (ITIV), Kai Wolter, …)</a:t>
            </a:r>
          </a:p>
        </p:txBody>
      </p:sp>
    </p:spTree>
    <p:extLst>
      <p:ext uri="{BB962C8B-B14F-4D97-AF65-F5344CB8AC3E}">
        <p14:creationId xmlns:p14="http://schemas.microsoft.com/office/powerpoint/2010/main" val="154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KIT">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400" b="1"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defTabSz="914347">
          <a:lnSpc>
            <a:spcPct val="110000"/>
          </a:lnSpc>
          <a:spcBef>
            <a:spcPts val="300"/>
          </a:spcBef>
          <a:spcAft>
            <a:spcPts val="300"/>
          </a:spcAft>
          <a:buClr>
            <a:schemeClr val="accent1"/>
          </a:buClr>
          <a:buSzPct val="90000"/>
          <a:buFont typeface="Wingdings" panose="05000000000000000000" pitchFamily="2" charset="2"/>
          <a:buChar char="§"/>
          <a:defRPr sz="1400" dirty="0" err="1" smtClean="0"/>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KIT_Template_EN_06_EXP.potx" id="{9D79CB2B-911D-4C6F-9468-0737833AA29D}" vid="{B45BFACE-B4DC-43DC-87D8-5DEC4930479A}"/>
    </a:ext>
  </a:extLst>
</a:theme>
</file>

<file path=ppt/theme/theme2.xml><?xml version="1.0" encoding="utf-8"?>
<a:theme xmlns:a="http://schemas.openxmlformats.org/drawingml/2006/main" name="Master EnBW 2022">
  <a:themeElements>
    <a:clrScheme name="KIT-Convide">
      <a:dk1>
        <a:srgbClr val="FFFFFF"/>
      </a:dk1>
      <a:lt1>
        <a:sysClr val="window" lastClr="FFFFFF"/>
      </a:lt1>
      <a:dk2>
        <a:srgbClr val="00876C"/>
      </a:dk2>
      <a:lt2>
        <a:srgbClr val="EDF6F4"/>
      </a:lt2>
      <a:accent1>
        <a:srgbClr val="3973B9"/>
      </a:accent1>
      <a:accent2>
        <a:srgbClr val="A6B4D2"/>
      </a:accent2>
      <a:accent3>
        <a:srgbClr val="FCE500"/>
      </a:accent3>
      <a:accent4>
        <a:srgbClr val="F2F2F2"/>
      </a:accent4>
      <a:accent5>
        <a:srgbClr val="FFFFFF"/>
      </a:accent5>
      <a:accent6>
        <a:srgbClr val="FFFFFF"/>
      </a:accent6>
      <a:hlink>
        <a:srgbClr val="FFFFFF"/>
      </a:hlink>
      <a:folHlink>
        <a:srgbClr val="3973B9"/>
      </a:folHlink>
    </a:clrScheme>
    <a:fontScheme name="EnBW">
      <a:majorFont>
        <a:latin typeface="Mark OT Medium"/>
        <a:ea typeface=""/>
        <a:cs typeface=""/>
      </a:majorFont>
      <a:minorFont>
        <a:latin typeface="EnBW DIN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lIns="72000" tIns="36000" rIns="72000" bIns="36000" rtlCol="0" anchor="ctr"/>
      <a:lstStyle>
        <a:defPPr algn="ctr">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01092022_EnBW_MasterGallery.pptx" id="{2BA0943F-7C49-4B34-BB69-7996D3F3AF21}" vid="{3B269C1F-C08D-4C32-AAC3-8B0FF6563D6C}"/>
    </a:ext>
  </a:extLst>
</a:theme>
</file>

<file path=ppt/theme/theme3.xml><?xml version="1.0" encoding="utf-8"?>
<a:theme xmlns:a="http://schemas.openxmlformats.org/drawingml/2006/main" name="2_KIT">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400" b="1"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defTabSz="914347">
          <a:lnSpc>
            <a:spcPct val="110000"/>
          </a:lnSpc>
          <a:spcBef>
            <a:spcPts val="300"/>
          </a:spcBef>
          <a:spcAft>
            <a:spcPts val="300"/>
          </a:spcAft>
          <a:buClr>
            <a:schemeClr val="accent1"/>
          </a:buClr>
          <a:buSzPct val="90000"/>
          <a:buFont typeface="Wingdings" panose="05000000000000000000" pitchFamily="2" charset="2"/>
          <a:buChar char="§"/>
          <a:defRPr sz="1400" dirty="0" err="1" smtClean="0"/>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KIT_Template_EN_06_EXP.potx" id="{9D79CB2B-911D-4C6F-9468-0737833AA29D}" vid="{B45BFACE-B4DC-43DC-87D8-5DEC4930479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1838</Words>
  <Application>Microsoft Office PowerPoint</Application>
  <PresentationFormat>Breitbild</PresentationFormat>
  <Paragraphs>307</Paragraphs>
  <Slides>12</Slides>
  <Notes>3</Notes>
  <HiddenSlides>7</HiddenSlides>
  <MMClips>0</MMClips>
  <ScaleCrop>false</ScaleCrop>
  <HeadingPairs>
    <vt:vector size="8" baseType="variant">
      <vt:variant>
        <vt:lpstr>Verwendete Schriftarten</vt:lpstr>
      </vt:variant>
      <vt:variant>
        <vt:i4>8</vt:i4>
      </vt:variant>
      <vt:variant>
        <vt:lpstr>Design</vt:lpstr>
      </vt:variant>
      <vt:variant>
        <vt:i4>3</vt:i4>
      </vt:variant>
      <vt:variant>
        <vt:lpstr>Eingebettete OLE-Server</vt:lpstr>
      </vt:variant>
      <vt:variant>
        <vt:i4>1</vt:i4>
      </vt:variant>
      <vt:variant>
        <vt:lpstr>Folientitel</vt:lpstr>
      </vt:variant>
      <vt:variant>
        <vt:i4>12</vt:i4>
      </vt:variant>
    </vt:vector>
  </HeadingPairs>
  <TitlesOfParts>
    <vt:vector size="24" baseType="lpstr">
      <vt:lpstr>Aptos</vt:lpstr>
      <vt:lpstr>Arial</vt:lpstr>
      <vt:lpstr>EnBW DIN Pro</vt:lpstr>
      <vt:lpstr>Franklin Gothic Medium</vt:lpstr>
      <vt:lpstr>Minion Pro</vt:lpstr>
      <vt:lpstr>Proxima Nova</vt:lpstr>
      <vt:lpstr>Symbol</vt:lpstr>
      <vt:lpstr>Wingdings</vt:lpstr>
      <vt:lpstr>KIT</vt:lpstr>
      <vt:lpstr>Master EnBW 2022</vt:lpstr>
      <vt:lpstr>2_KIT</vt:lpstr>
      <vt:lpstr>think-cell Folie</vt:lpstr>
      <vt:lpstr>Case Study 2: Änderungen der Bremssystemgenerationen</vt:lpstr>
      <vt:lpstr>Case Study 2: Änderungen der Bremssystemgenerationen</vt:lpstr>
      <vt:lpstr>Case Study 2: Änderungen der Bremssystemgenerationen</vt:lpstr>
      <vt:lpstr>Case Study 2: Änderungen der Bremssystemgenerationen</vt:lpstr>
      <vt:lpstr>Case Study 2: Änderungen der Bremssystemgenerationen</vt:lpstr>
      <vt:lpstr>Case Study 2: Änderungen der Bremssystemgenerationen</vt:lpstr>
      <vt:lpstr>Case Study 2: Änderungen der Bremssystemgenerationen</vt:lpstr>
      <vt:lpstr>Case Study 2: Änderungen der Bremssystemgenerationen</vt:lpstr>
      <vt:lpstr>Feedback aus letztem Termin 8.6. zum Vorgehen bei Case Study 2</vt:lpstr>
      <vt:lpstr>Status Quo vom Brake-System-in-the-Loop elektromechanisches Bremsen durch direkt betätigte Ansteuerung mit hydraulischem Druck (ohne ABS/ ESP/ rekuperatives Bremsen)   Closed-Loop-Variante</vt:lpstr>
      <vt:lpstr>Änderung Bremssystem-Generationen – Part 1 SuI-Änderung von Gn-1 zu Gn: elektromechanisches Bremsen durch direkt betätigte Ansteuerung mit hydraulischem Druck mit ABS   Closed-Loop-Variante</vt:lpstr>
      <vt:lpstr>Änderung Bremssystem-Generationen – Part 2 SuI-Änderung von Gn zu Gn+1: elektromechanisches Bremsen durch direkt betätigte Ansteuerung mit hydraulischem Druck mit ABS und rekuperativen Bremsen   Closed-Loop-Variante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Grycz, Patrick (IPEK)</dc:creator>
  <cp:lastModifiedBy>Grycz, Patrick (IPEK)</cp:lastModifiedBy>
  <cp:revision>25</cp:revision>
  <dcterms:created xsi:type="dcterms:W3CDTF">2026-06-17T12:01:28Z</dcterms:created>
  <dcterms:modified xsi:type="dcterms:W3CDTF">2026-10-20T14:52:10Z</dcterms:modified>
</cp:coreProperties>
</file>